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5"/>
  </p:notesMasterIdLst>
  <p:sldIdLst>
    <p:sldId id="256" r:id="rId2"/>
    <p:sldId id="268" r:id="rId3"/>
    <p:sldId id="270" r:id="rId4"/>
    <p:sldId id="301" r:id="rId5"/>
    <p:sldId id="267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274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29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94" autoAdjust="0"/>
    <p:restoredTop sz="69273" autoAdjust="0"/>
  </p:normalViewPr>
  <p:slideViewPr>
    <p:cSldViewPr snapToGrid="0">
      <p:cViewPr varScale="1">
        <p:scale>
          <a:sx n="69" d="100"/>
          <a:sy n="69" d="100"/>
        </p:scale>
        <p:origin x="528" y="60"/>
      </p:cViewPr>
      <p:guideLst/>
    </p:cSldViewPr>
  </p:slideViewPr>
  <p:outlineViewPr>
    <p:cViewPr>
      <p:scale>
        <a:sx n="33" d="100"/>
        <a:sy n="33" d="100"/>
      </p:scale>
      <p:origin x="0" y="-4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87A382-E873-499E-B047-02AC6C6A8654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1B7EC9-0135-4191-B60A-248EA28672A0}">
      <dgm:prSet phldrT="[Text]"/>
      <dgm:spPr/>
      <dgm:t>
        <a:bodyPr/>
        <a:lstStyle/>
        <a:p>
          <a:r>
            <a:rPr lang="en-US" dirty="0" smtClean="0"/>
            <a:t>Week 9</a:t>
          </a:r>
          <a:endParaRPr lang="en-US" dirty="0"/>
        </a:p>
      </dgm:t>
    </dgm:pt>
    <dgm:pt modelId="{F09E6354-D4B7-446B-A46C-AD6F54EDAB8A}" type="parTrans" cxnId="{A44ADA52-D96F-454B-9CB6-346D97B9C37E}">
      <dgm:prSet/>
      <dgm:spPr/>
      <dgm:t>
        <a:bodyPr/>
        <a:lstStyle/>
        <a:p>
          <a:endParaRPr lang="en-US"/>
        </a:p>
      </dgm:t>
    </dgm:pt>
    <dgm:pt modelId="{AFF6D453-A28B-42BA-A8B5-87602AE8C3D2}" type="sibTrans" cxnId="{A44ADA52-D96F-454B-9CB6-346D97B9C37E}">
      <dgm:prSet/>
      <dgm:spPr/>
      <dgm:t>
        <a:bodyPr/>
        <a:lstStyle/>
        <a:p>
          <a:endParaRPr lang="en-US"/>
        </a:p>
      </dgm:t>
    </dgm:pt>
    <dgm:pt modelId="{2124AFB2-9294-4664-9AFF-255032ECF9D1}">
      <dgm:prSet phldrT="[Text]" custT="1"/>
      <dgm:spPr/>
      <dgm:t>
        <a:bodyPr/>
        <a:lstStyle/>
        <a:p>
          <a:r>
            <a:rPr lang="en-US" sz="3600" dirty="0" smtClean="0"/>
            <a:t>Practice</a:t>
          </a:r>
          <a:endParaRPr lang="en-US" sz="3600" dirty="0"/>
        </a:p>
      </dgm:t>
    </dgm:pt>
    <dgm:pt modelId="{8B5B0144-2FB0-4B6B-8FEB-781F86EAB851}" type="parTrans" cxnId="{D729DD69-AFE2-4BF2-AA30-48077833E464}">
      <dgm:prSet/>
      <dgm:spPr/>
      <dgm:t>
        <a:bodyPr/>
        <a:lstStyle/>
        <a:p>
          <a:endParaRPr lang="en-US"/>
        </a:p>
      </dgm:t>
    </dgm:pt>
    <dgm:pt modelId="{BC2E73E6-B981-4C86-A1FE-74E589B49075}" type="sibTrans" cxnId="{D729DD69-AFE2-4BF2-AA30-48077833E464}">
      <dgm:prSet/>
      <dgm:spPr/>
      <dgm:t>
        <a:bodyPr/>
        <a:lstStyle/>
        <a:p>
          <a:endParaRPr lang="en-US"/>
        </a:p>
      </dgm:t>
    </dgm:pt>
    <dgm:pt modelId="{74E5DA4E-A6AB-43AD-A562-AF1BD8ACC114}" type="pres">
      <dgm:prSet presAssocID="{2C87A382-E873-499E-B047-02AC6C6A8654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31ACD6E5-BE22-4ABD-8C95-99C0835F912D}" type="pres">
      <dgm:prSet presAssocID="{BD1B7EC9-0135-4191-B60A-248EA28672A0}" presName="composite" presStyleCnt="0"/>
      <dgm:spPr/>
    </dgm:pt>
    <dgm:pt modelId="{7385FDF4-5CA4-412D-BA38-876FF6FB2448}" type="pres">
      <dgm:prSet presAssocID="{BD1B7EC9-0135-4191-B60A-248EA28672A0}" presName="FirstChild" presStyleLbl="revTx" presStyleIdx="0" presStyleCnt="1" custScaleX="11399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ABF868-F93C-4889-8649-B65D59EFCF90}" type="pres">
      <dgm:prSet presAssocID="{BD1B7EC9-0135-4191-B60A-248EA28672A0}" presName="Parent" presStyleLbl="alignNode1" presStyleIdx="0" presStyleCnt="1" custScaleX="6114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E91E26-D798-4CCF-8C00-AD9BB1B705E8}" type="pres">
      <dgm:prSet presAssocID="{BD1B7EC9-0135-4191-B60A-248EA28672A0}" presName="Accent" presStyleLbl="parChTrans1D1" presStyleIdx="0" presStyleCnt="1"/>
      <dgm:spPr/>
    </dgm:pt>
  </dgm:ptLst>
  <dgm:cxnLst>
    <dgm:cxn modelId="{3892A961-B2CD-41D6-9A47-502B0B1FC3DE}" type="presOf" srcId="{BD1B7EC9-0135-4191-B60A-248EA28672A0}" destId="{6DABF868-F93C-4889-8649-B65D59EFCF90}" srcOrd="0" destOrd="0" presId="urn:microsoft.com/office/officeart/2011/layout/TabList"/>
    <dgm:cxn modelId="{A67F1471-96C0-4B80-9CE2-10BA46453C8B}" type="presOf" srcId="{2C87A382-E873-499E-B047-02AC6C6A8654}" destId="{74E5DA4E-A6AB-43AD-A562-AF1BD8ACC114}" srcOrd="0" destOrd="0" presId="urn:microsoft.com/office/officeart/2011/layout/TabList"/>
    <dgm:cxn modelId="{D729DD69-AFE2-4BF2-AA30-48077833E464}" srcId="{BD1B7EC9-0135-4191-B60A-248EA28672A0}" destId="{2124AFB2-9294-4664-9AFF-255032ECF9D1}" srcOrd="0" destOrd="0" parTransId="{8B5B0144-2FB0-4B6B-8FEB-781F86EAB851}" sibTransId="{BC2E73E6-B981-4C86-A1FE-74E589B49075}"/>
    <dgm:cxn modelId="{292A862C-ACE7-492E-8800-F93435E2FC68}" type="presOf" srcId="{2124AFB2-9294-4664-9AFF-255032ECF9D1}" destId="{7385FDF4-5CA4-412D-BA38-876FF6FB2448}" srcOrd="0" destOrd="0" presId="urn:microsoft.com/office/officeart/2011/layout/TabList"/>
    <dgm:cxn modelId="{A44ADA52-D96F-454B-9CB6-346D97B9C37E}" srcId="{2C87A382-E873-499E-B047-02AC6C6A8654}" destId="{BD1B7EC9-0135-4191-B60A-248EA28672A0}" srcOrd="0" destOrd="0" parTransId="{F09E6354-D4B7-446B-A46C-AD6F54EDAB8A}" sibTransId="{AFF6D453-A28B-42BA-A8B5-87602AE8C3D2}"/>
    <dgm:cxn modelId="{9D1408EE-0434-45D5-9978-1FC98E205724}" type="presParOf" srcId="{74E5DA4E-A6AB-43AD-A562-AF1BD8ACC114}" destId="{31ACD6E5-BE22-4ABD-8C95-99C0835F912D}" srcOrd="0" destOrd="0" presId="urn:microsoft.com/office/officeart/2011/layout/TabList"/>
    <dgm:cxn modelId="{3AC70580-8BB8-41DB-93A6-DE96B85B7746}" type="presParOf" srcId="{31ACD6E5-BE22-4ABD-8C95-99C0835F912D}" destId="{7385FDF4-5CA4-412D-BA38-876FF6FB2448}" srcOrd="0" destOrd="0" presId="urn:microsoft.com/office/officeart/2011/layout/TabList"/>
    <dgm:cxn modelId="{AA91B8F3-A9CE-4E3F-9998-2176E5611891}" type="presParOf" srcId="{31ACD6E5-BE22-4ABD-8C95-99C0835F912D}" destId="{6DABF868-F93C-4889-8649-B65D59EFCF90}" srcOrd="1" destOrd="0" presId="urn:microsoft.com/office/officeart/2011/layout/TabList"/>
    <dgm:cxn modelId="{D250C87F-ED7E-4661-8966-E712333E011F}" type="presParOf" srcId="{31ACD6E5-BE22-4ABD-8C95-99C0835F912D}" destId="{26E91E26-D798-4CCF-8C00-AD9BB1B705E8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CA86D1-70C6-4A71-8F81-C46297B06182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E1D223-CC8C-46ED-B3F2-E147A6D5F83C}">
      <dgm:prSet phldrT="[Text]"/>
      <dgm:spPr/>
      <dgm:t>
        <a:bodyPr/>
        <a:lstStyle/>
        <a:p>
          <a:r>
            <a:rPr lang="en-US" dirty="0" smtClean="0"/>
            <a:t>Tables</a:t>
          </a:r>
          <a:endParaRPr lang="en-US" dirty="0"/>
        </a:p>
      </dgm:t>
    </dgm:pt>
    <dgm:pt modelId="{17E855B4-E440-444C-9D74-3514A6857054}" type="parTrans" cxnId="{6D579D61-D95A-47B9-864A-A0A08344DB3C}">
      <dgm:prSet/>
      <dgm:spPr/>
      <dgm:t>
        <a:bodyPr/>
        <a:lstStyle/>
        <a:p>
          <a:endParaRPr lang="en-US"/>
        </a:p>
      </dgm:t>
    </dgm:pt>
    <dgm:pt modelId="{9D960B7C-B111-44D3-BAE0-4522B0A0733B}" type="sibTrans" cxnId="{6D579D61-D95A-47B9-864A-A0A08344DB3C}">
      <dgm:prSet/>
      <dgm:spPr/>
      <dgm:t>
        <a:bodyPr/>
        <a:lstStyle/>
        <a:p>
          <a:endParaRPr lang="en-US"/>
        </a:p>
      </dgm:t>
    </dgm:pt>
    <dgm:pt modelId="{ACAEA13E-C6ED-42C9-B704-760920379CB9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 smtClean="0"/>
            <a:t>Relationships</a:t>
          </a:r>
          <a:endParaRPr lang="en-US" dirty="0"/>
        </a:p>
      </dgm:t>
    </dgm:pt>
    <dgm:pt modelId="{D3B1AB38-7261-48B9-AA69-0ABEFA1935DE}" type="parTrans" cxnId="{175CA309-8540-4AD8-B854-7434AAA73399}">
      <dgm:prSet/>
      <dgm:spPr/>
      <dgm:t>
        <a:bodyPr/>
        <a:lstStyle/>
        <a:p>
          <a:endParaRPr lang="en-US"/>
        </a:p>
      </dgm:t>
    </dgm:pt>
    <dgm:pt modelId="{4C95A65C-2F1A-48A4-9399-CD151ED0CF63}" type="sibTrans" cxnId="{175CA309-8540-4AD8-B854-7434AAA73399}">
      <dgm:prSet/>
      <dgm:spPr/>
      <dgm:t>
        <a:bodyPr/>
        <a:lstStyle/>
        <a:p>
          <a:endParaRPr lang="en-US"/>
        </a:p>
      </dgm:t>
    </dgm:pt>
    <dgm:pt modelId="{607B8670-03EF-4623-9A8C-6AA52CC2E617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Forms</a:t>
          </a:r>
          <a:endParaRPr lang="en-US" dirty="0"/>
        </a:p>
      </dgm:t>
    </dgm:pt>
    <dgm:pt modelId="{9F088793-92F3-4A00-8195-EAC82ABCA48E}" type="parTrans" cxnId="{4364F977-D03F-4B01-A580-B6E3ABDAD702}">
      <dgm:prSet/>
      <dgm:spPr/>
      <dgm:t>
        <a:bodyPr/>
        <a:lstStyle/>
        <a:p>
          <a:endParaRPr lang="en-US"/>
        </a:p>
      </dgm:t>
    </dgm:pt>
    <dgm:pt modelId="{7AAEE487-5EBC-48E0-A4BA-0C0EA75994E3}" type="sibTrans" cxnId="{4364F977-D03F-4B01-A580-B6E3ABDAD702}">
      <dgm:prSet/>
      <dgm:spPr/>
      <dgm:t>
        <a:bodyPr/>
        <a:lstStyle/>
        <a:p>
          <a:endParaRPr lang="en-US"/>
        </a:p>
      </dgm:t>
    </dgm:pt>
    <dgm:pt modelId="{7160EC78-FC8A-48AA-9905-29CB68D54B9F}" type="pres">
      <dgm:prSet presAssocID="{F3CA86D1-70C6-4A71-8F81-C46297B0618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7031039-3784-4783-B2AF-8C49941DC153}" type="pres">
      <dgm:prSet presAssocID="{11E1D223-CC8C-46ED-B3F2-E147A6D5F83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F25136-4A34-471B-92F0-DD9ECB64FD32}" type="pres">
      <dgm:prSet presAssocID="{9D960B7C-B111-44D3-BAE0-4522B0A0733B}" presName="sibTrans" presStyleCnt="0"/>
      <dgm:spPr/>
      <dgm:t>
        <a:bodyPr/>
        <a:lstStyle/>
        <a:p>
          <a:endParaRPr lang="en-US"/>
        </a:p>
      </dgm:t>
    </dgm:pt>
    <dgm:pt modelId="{015DE18F-872D-4D9F-9D2A-64B6079E5277}" type="pres">
      <dgm:prSet presAssocID="{ACAEA13E-C6ED-42C9-B704-760920379CB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352862-B681-4F2D-9091-506BBD5FFA40}" type="pres">
      <dgm:prSet presAssocID="{4C95A65C-2F1A-48A4-9399-CD151ED0CF63}" presName="sibTrans" presStyleCnt="0"/>
      <dgm:spPr/>
      <dgm:t>
        <a:bodyPr/>
        <a:lstStyle/>
        <a:p>
          <a:endParaRPr lang="en-US"/>
        </a:p>
      </dgm:t>
    </dgm:pt>
    <dgm:pt modelId="{58F49316-7C46-47B8-A086-E522012A8A40}" type="pres">
      <dgm:prSet presAssocID="{607B8670-03EF-4623-9A8C-6AA52CC2E61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EB9109E-5FEF-4B02-A913-9B241D12A49E}" type="presOf" srcId="{F3CA86D1-70C6-4A71-8F81-C46297B06182}" destId="{7160EC78-FC8A-48AA-9905-29CB68D54B9F}" srcOrd="0" destOrd="0" presId="urn:microsoft.com/office/officeart/2005/8/layout/default"/>
    <dgm:cxn modelId="{175CA309-8540-4AD8-B854-7434AAA73399}" srcId="{F3CA86D1-70C6-4A71-8F81-C46297B06182}" destId="{ACAEA13E-C6ED-42C9-B704-760920379CB9}" srcOrd="1" destOrd="0" parTransId="{D3B1AB38-7261-48B9-AA69-0ABEFA1935DE}" sibTransId="{4C95A65C-2F1A-48A4-9399-CD151ED0CF63}"/>
    <dgm:cxn modelId="{6D579D61-D95A-47B9-864A-A0A08344DB3C}" srcId="{F3CA86D1-70C6-4A71-8F81-C46297B06182}" destId="{11E1D223-CC8C-46ED-B3F2-E147A6D5F83C}" srcOrd="0" destOrd="0" parTransId="{17E855B4-E440-444C-9D74-3514A6857054}" sibTransId="{9D960B7C-B111-44D3-BAE0-4522B0A0733B}"/>
    <dgm:cxn modelId="{C75C0D24-9057-4B97-86A7-A0B40359D342}" type="presOf" srcId="{ACAEA13E-C6ED-42C9-B704-760920379CB9}" destId="{015DE18F-872D-4D9F-9D2A-64B6079E5277}" srcOrd="0" destOrd="0" presId="urn:microsoft.com/office/officeart/2005/8/layout/default"/>
    <dgm:cxn modelId="{4364F977-D03F-4B01-A580-B6E3ABDAD702}" srcId="{F3CA86D1-70C6-4A71-8F81-C46297B06182}" destId="{607B8670-03EF-4623-9A8C-6AA52CC2E617}" srcOrd="2" destOrd="0" parTransId="{9F088793-92F3-4A00-8195-EAC82ABCA48E}" sibTransId="{7AAEE487-5EBC-48E0-A4BA-0C0EA75994E3}"/>
    <dgm:cxn modelId="{4B41071E-C1D8-42B4-8F98-8181F2FA43F6}" type="presOf" srcId="{11E1D223-CC8C-46ED-B3F2-E147A6D5F83C}" destId="{27031039-3784-4783-B2AF-8C49941DC153}" srcOrd="0" destOrd="0" presId="urn:microsoft.com/office/officeart/2005/8/layout/default"/>
    <dgm:cxn modelId="{36FD0CD9-5351-40E5-BDC3-644BC77010E5}" type="presOf" srcId="{607B8670-03EF-4623-9A8C-6AA52CC2E617}" destId="{58F49316-7C46-47B8-A086-E522012A8A40}" srcOrd="0" destOrd="0" presId="urn:microsoft.com/office/officeart/2005/8/layout/default"/>
    <dgm:cxn modelId="{E272EA02-EAFC-4C93-8FFA-2BF0762BE77E}" type="presParOf" srcId="{7160EC78-FC8A-48AA-9905-29CB68D54B9F}" destId="{27031039-3784-4783-B2AF-8C49941DC153}" srcOrd="0" destOrd="0" presId="urn:microsoft.com/office/officeart/2005/8/layout/default"/>
    <dgm:cxn modelId="{FD19A873-04DF-4382-8C89-98280554647A}" type="presParOf" srcId="{7160EC78-FC8A-48AA-9905-29CB68D54B9F}" destId="{EDF25136-4A34-471B-92F0-DD9ECB64FD32}" srcOrd="1" destOrd="0" presId="urn:microsoft.com/office/officeart/2005/8/layout/default"/>
    <dgm:cxn modelId="{9D2F9071-43EF-42B3-AB1B-E76FB935782F}" type="presParOf" srcId="{7160EC78-FC8A-48AA-9905-29CB68D54B9F}" destId="{015DE18F-872D-4D9F-9D2A-64B6079E5277}" srcOrd="2" destOrd="0" presId="urn:microsoft.com/office/officeart/2005/8/layout/default"/>
    <dgm:cxn modelId="{971E3FDD-AA96-4F99-A788-9F4407920802}" type="presParOf" srcId="{7160EC78-FC8A-48AA-9905-29CB68D54B9F}" destId="{EB352862-B681-4F2D-9091-506BBD5FFA40}" srcOrd="3" destOrd="0" presId="urn:microsoft.com/office/officeart/2005/8/layout/default"/>
    <dgm:cxn modelId="{51DA9CE6-EFAF-4623-89AF-89A352473EC0}" type="presParOf" srcId="{7160EC78-FC8A-48AA-9905-29CB68D54B9F}" destId="{58F49316-7C46-47B8-A086-E522012A8A4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CA86D1-70C6-4A71-8F81-C46297B06182}" type="doc">
      <dgm:prSet loTypeId="urn:microsoft.com/office/officeart/2005/8/layout/hList6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E1D223-CC8C-46ED-B3F2-E147A6D5F83C}">
      <dgm:prSet phldrT="[Text]"/>
      <dgm:spPr/>
      <dgm:t>
        <a:bodyPr/>
        <a:lstStyle/>
        <a:p>
          <a:r>
            <a:rPr lang="en-US" b="0" i="0" dirty="0" smtClean="0"/>
            <a:t>A database query is a request to access data from a database to manipulate it or retrieve it.</a:t>
          </a:r>
          <a:endParaRPr lang="en-US" dirty="0"/>
        </a:p>
      </dgm:t>
    </dgm:pt>
    <dgm:pt modelId="{17E855B4-E440-444C-9D74-3514A6857054}" type="parTrans" cxnId="{6D579D61-D95A-47B9-864A-A0A08344DB3C}">
      <dgm:prSet/>
      <dgm:spPr/>
      <dgm:t>
        <a:bodyPr/>
        <a:lstStyle/>
        <a:p>
          <a:endParaRPr lang="en-US"/>
        </a:p>
      </dgm:t>
    </dgm:pt>
    <dgm:pt modelId="{9D960B7C-B111-44D3-BAE0-4522B0A0733B}" type="sibTrans" cxnId="{6D579D61-D95A-47B9-864A-A0A08344DB3C}">
      <dgm:prSet/>
      <dgm:spPr/>
      <dgm:t>
        <a:bodyPr/>
        <a:lstStyle/>
        <a:p>
          <a:endParaRPr lang="en-US"/>
        </a:p>
      </dgm:t>
    </dgm:pt>
    <dgm:pt modelId="{ACAEA13E-C6ED-42C9-B704-760920379CB9}">
      <dgm:prSet phldrT="[Text]"/>
      <dgm:spPr>
        <a:solidFill>
          <a:srgbClr val="C00000"/>
        </a:solidFill>
      </dgm:spPr>
      <dgm:t>
        <a:bodyPr/>
        <a:lstStyle/>
        <a:p>
          <a:r>
            <a:rPr lang="en-US" b="0" i="0" dirty="0" smtClean="0"/>
            <a:t>This allows us to perform logic with the information we get in response to the query.</a:t>
          </a:r>
          <a:endParaRPr lang="en-US" dirty="0"/>
        </a:p>
      </dgm:t>
    </dgm:pt>
    <dgm:pt modelId="{D3B1AB38-7261-48B9-AA69-0ABEFA1935DE}" type="parTrans" cxnId="{175CA309-8540-4AD8-B854-7434AAA73399}">
      <dgm:prSet/>
      <dgm:spPr/>
      <dgm:t>
        <a:bodyPr/>
        <a:lstStyle/>
        <a:p>
          <a:endParaRPr lang="en-US"/>
        </a:p>
      </dgm:t>
    </dgm:pt>
    <dgm:pt modelId="{4C95A65C-2F1A-48A4-9399-CD151ED0CF63}" type="sibTrans" cxnId="{175CA309-8540-4AD8-B854-7434AAA73399}">
      <dgm:prSet/>
      <dgm:spPr/>
      <dgm:t>
        <a:bodyPr/>
        <a:lstStyle/>
        <a:p>
          <a:endParaRPr lang="en-US"/>
        </a:p>
      </dgm:t>
    </dgm:pt>
    <dgm:pt modelId="{607B8670-03EF-4623-9A8C-6AA52CC2E617}">
      <dgm:prSet phldrT="[Text]"/>
      <dgm:spPr>
        <a:solidFill>
          <a:srgbClr val="00B050"/>
        </a:solidFill>
      </dgm:spPr>
      <dgm:t>
        <a:bodyPr/>
        <a:lstStyle/>
        <a:p>
          <a:r>
            <a:rPr lang="en-US" b="1" i="0" dirty="0" smtClean="0"/>
            <a:t>Queries</a:t>
          </a:r>
          <a:r>
            <a:rPr lang="en-US" b="0" i="0" dirty="0" smtClean="0"/>
            <a:t> allow you to </a:t>
          </a:r>
          <a:r>
            <a:rPr lang="en-US" b="1" i="0" dirty="0" smtClean="0"/>
            <a:t>pull information </a:t>
          </a:r>
          <a:r>
            <a:rPr lang="en-US" b="0" i="0" dirty="0" smtClean="0"/>
            <a:t>from one or more tables based on a set of search conditions you define.</a:t>
          </a:r>
          <a:endParaRPr lang="en-US" dirty="0"/>
        </a:p>
      </dgm:t>
    </dgm:pt>
    <dgm:pt modelId="{9F088793-92F3-4A00-8195-EAC82ABCA48E}" type="parTrans" cxnId="{4364F977-D03F-4B01-A580-B6E3ABDAD702}">
      <dgm:prSet/>
      <dgm:spPr/>
      <dgm:t>
        <a:bodyPr/>
        <a:lstStyle/>
        <a:p>
          <a:endParaRPr lang="en-US"/>
        </a:p>
      </dgm:t>
    </dgm:pt>
    <dgm:pt modelId="{7AAEE487-5EBC-48E0-A4BA-0C0EA75994E3}" type="sibTrans" cxnId="{4364F977-D03F-4B01-A580-B6E3ABDAD702}">
      <dgm:prSet/>
      <dgm:spPr/>
      <dgm:t>
        <a:bodyPr/>
        <a:lstStyle/>
        <a:p>
          <a:endParaRPr lang="en-US"/>
        </a:p>
      </dgm:t>
    </dgm:pt>
    <dgm:pt modelId="{177018DA-E50E-4857-BB48-EE937EF57AB1}" type="pres">
      <dgm:prSet presAssocID="{F3CA86D1-70C6-4A71-8F81-C46297B0618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D4BD2AC-91DB-4287-9138-7F68FEBD166A}" type="pres">
      <dgm:prSet presAssocID="{11E1D223-CC8C-46ED-B3F2-E147A6D5F83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AD27A1-C91B-40D6-AFEA-E8FE60BF77A6}" type="pres">
      <dgm:prSet presAssocID="{9D960B7C-B111-44D3-BAE0-4522B0A0733B}" presName="sibTrans" presStyleCnt="0"/>
      <dgm:spPr/>
    </dgm:pt>
    <dgm:pt modelId="{D3ABA6D5-A422-47D3-9877-731110BD6D28}" type="pres">
      <dgm:prSet presAssocID="{ACAEA13E-C6ED-42C9-B704-760920379CB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3CE25E-8E4F-46E3-87FE-562F57A960C6}" type="pres">
      <dgm:prSet presAssocID="{4C95A65C-2F1A-48A4-9399-CD151ED0CF63}" presName="sibTrans" presStyleCnt="0"/>
      <dgm:spPr/>
    </dgm:pt>
    <dgm:pt modelId="{A7D02823-593D-431C-9718-3D4006085AB1}" type="pres">
      <dgm:prSet presAssocID="{607B8670-03EF-4623-9A8C-6AA52CC2E61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5CA309-8540-4AD8-B854-7434AAA73399}" srcId="{F3CA86D1-70C6-4A71-8F81-C46297B06182}" destId="{ACAEA13E-C6ED-42C9-B704-760920379CB9}" srcOrd="1" destOrd="0" parTransId="{D3B1AB38-7261-48B9-AA69-0ABEFA1935DE}" sibTransId="{4C95A65C-2F1A-48A4-9399-CD151ED0CF63}"/>
    <dgm:cxn modelId="{86D18FF8-54E0-4657-81B4-68E184EB3BEE}" type="presOf" srcId="{ACAEA13E-C6ED-42C9-B704-760920379CB9}" destId="{D3ABA6D5-A422-47D3-9877-731110BD6D28}" srcOrd="0" destOrd="0" presId="urn:microsoft.com/office/officeart/2005/8/layout/hList6"/>
    <dgm:cxn modelId="{6D579D61-D95A-47B9-864A-A0A08344DB3C}" srcId="{F3CA86D1-70C6-4A71-8F81-C46297B06182}" destId="{11E1D223-CC8C-46ED-B3F2-E147A6D5F83C}" srcOrd="0" destOrd="0" parTransId="{17E855B4-E440-444C-9D74-3514A6857054}" sibTransId="{9D960B7C-B111-44D3-BAE0-4522B0A0733B}"/>
    <dgm:cxn modelId="{824F4BB0-C3B5-4598-8B19-E55BD7CDD2C4}" type="presOf" srcId="{607B8670-03EF-4623-9A8C-6AA52CC2E617}" destId="{A7D02823-593D-431C-9718-3D4006085AB1}" srcOrd="0" destOrd="0" presId="urn:microsoft.com/office/officeart/2005/8/layout/hList6"/>
    <dgm:cxn modelId="{4364F977-D03F-4B01-A580-B6E3ABDAD702}" srcId="{F3CA86D1-70C6-4A71-8F81-C46297B06182}" destId="{607B8670-03EF-4623-9A8C-6AA52CC2E617}" srcOrd="2" destOrd="0" parTransId="{9F088793-92F3-4A00-8195-EAC82ABCA48E}" sibTransId="{7AAEE487-5EBC-48E0-A4BA-0C0EA75994E3}"/>
    <dgm:cxn modelId="{3E9BD46B-853E-4E6A-A08B-3769203C0D47}" type="presOf" srcId="{F3CA86D1-70C6-4A71-8F81-C46297B06182}" destId="{177018DA-E50E-4857-BB48-EE937EF57AB1}" srcOrd="0" destOrd="0" presId="urn:microsoft.com/office/officeart/2005/8/layout/hList6"/>
    <dgm:cxn modelId="{4CFC90F3-5B50-4BE0-BFA3-433B1BFA24D3}" type="presOf" srcId="{11E1D223-CC8C-46ED-B3F2-E147A6D5F83C}" destId="{7D4BD2AC-91DB-4287-9138-7F68FEBD166A}" srcOrd="0" destOrd="0" presId="urn:microsoft.com/office/officeart/2005/8/layout/hList6"/>
    <dgm:cxn modelId="{198D6138-877F-4509-9B03-12B521882275}" type="presParOf" srcId="{177018DA-E50E-4857-BB48-EE937EF57AB1}" destId="{7D4BD2AC-91DB-4287-9138-7F68FEBD166A}" srcOrd="0" destOrd="0" presId="urn:microsoft.com/office/officeart/2005/8/layout/hList6"/>
    <dgm:cxn modelId="{11B20731-7761-4F22-814A-00A4752B3A81}" type="presParOf" srcId="{177018DA-E50E-4857-BB48-EE937EF57AB1}" destId="{21AD27A1-C91B-40D6-AFEA-E8FE60BF77A6}" srcOrd="1" destOrd="0" presId="urn:microsoft.com/office/officeart/2005/8/layout/hList6"/>
    <dgm:cxn modelId="{F3439293-3CD6-4166-8D71-47AAA8620EF0}" type="presParOf" srcId="{177018DA-E50E-4857-BB48-EE937EF57AB1}" destId="{D3ABA6D5-A422-47D3-9877-731110BD6D28}" srcOrd="2" destOrd="0" presId="urn:microsoft.com/office/officeart/2005/8/layout/hList6"/>
    <dgm:cxn modelId="{AC502FA4-5322-46A6-9083-9A08DEAB3829}" type="presParOf" srcId="{177018DA-E50E-4857-BB48-EE937EF57AB1}" destId="{D43CE25E-8E4F-46E3-87FE-562F57A960C6}" srcOrd="3" destOrd="0" presId="urn:microsoft.com/office/officeart/2005/8/layout/hList6"/>
    <dgm:cxn modelId="{45664091-A8AE-4011-9CBC-6DD0CFE07295}" type="presParOf" srcId="{177018DA-E50E-4857-BB48-EE937EF57AB1}" destId="{A7D02823-593D-431C-9718-3D4006085AB1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56A759-B7D4-4613-AA20-2B7999FBB17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221EB3-B577-4164-9C1F-B6F9498ED996}">
      <dgm:prSet phldrT="[Text]" custT="1"/>
      <dgm:spPr/>
      <dgm:t>
        <a:bodyPr/>
        <a:lstStyle/>
        <a:p>
          <a:r>
            <a:rPr lang="en-US" sz="3600" dirty="0" smtClean="0"/>
            <a:t>Query</a:t>
          </a:r>
          <a:endParaRPr lang="en-US" sz="3600" dirty="0"/>
        </a:p>
      </dgm:t>
    </dgm:pt>
    <dgm:pt modelId="{8C6D5FE3-01D1-406A-9A8C-CF085EDA4846}" type="parTrans" cxnId="{07E69CEB-492F-41F9-8780-3C93103F84D5}">
      <dgm:prSet/>
      <dgm:spPr/>
      <dgm:t>
        <a:bodyPr/>
        <a:lstStyle/>
        <a:p>
          <a:endParaRPr lang="en-US" sz="1400"/>
        </a:p>
      </dgm:t>
    </dgm:pt>
    <dgm:pt modelId="{31D20D6E-6158-4724-A955-620E3FA45E52}" type="sibTrans" cxnId="{07E69CEB-492F-41F9-8780-3C93103F84D5}">
      <dgm:prSet/>
      <dgm:spPr/>
      <dgm:t>
        <a:bodyPr/>
        <a:lstStyle/>
        <a:p>
          <a:endParaRPr lang="en-US" sz="1400"/>
        </a:p>
      </dgm:t>
    </dgm:pt>
    <dgm:pt modelId="{CDE7C228-C0F4-4BC3-8012-9D44539812EE}">
      <dgm:prSet phldrT="[Text]" custT="1"/>
      <dgm:spPr/>
      <dgm:t>
        <a:bodyPr/>
        <a:lstStyle/>
        <a:p>
          <a:r>
            <a:rPr lang="en-US" sz="3600" dirty="0" smtClean="0"/>
            <a:t>Select customer first name, last name, product name, phone number, address and date of purchase.</a:t>
          </a:r>
          <a:endParaRPr lang="en-US" sz="3600" dirty="0"/>
        </a:p>
      </dgm:t>
    </dgm:pt>
    <dgm:pt modelId="{758A9779-BFF4-43FE-8B30-F5C727325A85}" type="parTrans" cxnId="{2FD369BB-27D3-4692-9E50-434D898CF273}">
      <dgm:prSet/>
      <dgm:spPr/>
      <dgm:t>
        <a:bodyPr/>
        <a:lstStyle/>
        <a:p>
          <a:endParaRPr lang="en-US" sz="1400"/>
        </a:p>
      </dgm:t>
    </dgm:pt>
    <dgm:pt modelId="{8641E5A6-10B8-4E8F-9C67-2A1B21C36BBE}" type="sibTrans" cxnId="{2FD369BB-27D3-4692-9E50-434D898CF273}">
      <dgm:prSet/>
      <dgm:spPr/>
      <dgm:t>
        <a:bodyPr/>
        <a:lstStyle/>
        <a:p>
          <a:endParaRPr lang="en-US" sz="1400"/>
        </a:p>
      </dgm:t>
    </dgm:pt>
    <dgm:pt modelId="{349A1891-1D03-4E59-8C8F-DB0C586882A0}" type="pres">
      <dgm:prSet presAssocID="{8056A759-B7D4-4613-AA20-2B7999FBB17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3FDEEC3-8D5D-40B9-9C2E-7AE52D85F4B5}" type="pres">
      <dgm:prSet presAssocID="{84221EB3-B577-4164-9C1F-B6F9498ED996}" presName="composite" presStyleCnt="0"/>
      <dgm:spPr/>
    </dgm:pt>
    <dgm:pt modelId="{12452F82-FD52-4B01-8CDA-AD9BD362821E}" type="pres">
      <dgm:prSet presAssocID="{84221EB3-B577-4164-9C1F-B6F9498ED996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3FDB88-7BE6-4EB2-AEA9-23C71E1B9EE1}" type="pres">
      <dgm:prSet presAssocID="{84221EB3-B577-4164-9C1F-B6F9498ED996}" presName="desTx" presStyleLbl="alignAccFollowNode1" presStyleIdx="0" presStyleCnt="1" custLinFactNeighborX="-594" custLinFactNeighborY="-14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D17C42-99C1-453E-A8E7-A60F9C22048D}" type="presOf" srcId="{8056A759-B7D4-4613-AA20-2B7999FBB173}" destId="{349A1891-1D03-4E59-8C8F-DB0C586882A0}" srcOrd="0" destOrd="0" presId="urn:microsoft.com/office/officeart/2005/8/layout/hList1"/>
    <dgm:cxn modelId="{07E69CEB-492F-41F9-8780-3C93103F84D5}" srcId="{8056A759-B7D4-4613-AA20-2B7999FBB173}" destId="{84221EB3-B577-4164-9C1F-B6F9498ED996}" srcOrd="0" destOrd="0" parTransId="{8C6D5FE3-01D1-406A-9A8C-CF085EDA4846}" sibTransId="{31D20D6E-6158-4724-A955-620E3FA45E52}"/>
    <dgm:cxn modelId="{2FD369BB-27D3-4692-9E50-434D898CF273}" srcId="{84221EB3-B577-4164-9C1F-B6F9498ED996}" destId="{CDE7C228-C0F4-4BC3-8012-9D44539812EE}" srcOrd="0" destOrd="0" parTransId="{758A9779-BFF4-43FE-8B30-F5C727325A85}" sibTransId="{8641E5A6-10B8-4E8F-9C67-2A1B21C36BBE}"/>
    <dgm:cxn modelId="{F1C6F4DC-5DA3-4BDA-833C-74E503F24074}" type="presOf" srcId="{CDE7C228-C0F4-4BC3-8012-9D44539812EE}" destId="{4A3FDB88-7BE6-4EB2-AEA9-23C71E1B9EE1}" srcOrd="0" destOrd="0" presId="urn:microsoft.com/office/officeart/2005/8/layout/hList1"/>
    <dgm:cxn modelId="{1C26EA33-238A-4437-B42A-79E38DE47220}" type="presOf" srcId="{84221EB3-B577-4164-9C1F-B6F9498ED996}" destId="{12452F82-FD52-4B01-8CDA-AD9BD362821E}" srcOrd="0" destOrd="0" presId="urn:microsoft.com/office/officeart/2005/8/layout/hList1"/>
    <dgm:cxn modelId="{F5C663D3-E43B-47D8-8EE2-FD386BFE4F41}" type="presParOf" srcId="{349A1891-1D03-4E59-8C8F-DB0C586882A0}" destId="{43FDEEC3-8D5D-40B9-9C2E-7AE52D85F4B5}" srcOrd="0" destOrd="0" presId="urn:microsoft.com/office/officeart/2005/8/layout/hList1"/>
    <dgm:cxn modelId="{B8B8BFBF-9026-459D-9288-857EAC7B03DA}" type="presParOf" srcId="{43FDEEC3-8D5D-40B9-9C2E-7AE52D85F4B5}" destId="{12452F82-FD52-4B01-8CDA-AD9BD362821E}" srcOrd="0" destOrd="0" presId="urn:microsoft.com/office/officeart/2005/8/layout/hList1"/>
    <dgm:cxn modelId="{2D8585A2-D51F-44D8-B09B-C86FF6E2139D}" type="presParOf" srcId="{43FDEEC3-8D5D-40B9-9C2E-7AE52D85F4B5}" destId="{4A3FDB88-7BE6-4EB2-AEA9-23C71E1B9E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6FD5D1-7518-4374-8DC6-C55823AA3C39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AB392E-F536-4FB1-8867-D9BDF537CE51}">
      <dgm:prSet phldrT="[Text]"/>
      <dgm:spPr/>
      <dgm:t>
        <a:bodyPr/>
        <a:lstStyle/>
        <a:p>
          <a:r>
            <a:rPr lang="en-US" b="0" i="0" dirty="0" smtClean="0"/>
            <a:t>Reports allow you to organize and present your data in a reader-friendly, visually appealing format.</a:t>
          </a:r>
          <a:endParaRPr lang="en-US" dirty="0"/>
        </a:p>
      </dgm:t>
    </dgm:pt>
    <dgm:pt modelId="{55C2F3D8-988C-4359-AC69-3B1331C35464}" type="parTrans" cxnId="{E27BD517-A279-4F3F-B643-80186519F261}">
      <dgm:prSet/>
      <dgm:spPr/>
      <dgm:t>
        <a:bodyPr/>
        <a:lstStyle/>
        <a:p>
          <a:endParaRPr lang="en-US"/>
        </a:p>
      </dgm:t>
    </dgm:pt>
    <dgm:pt modelId="{2CC40B45-DD79-4B7F-A417-1AE39A3C3E54}" type="sibTrans" cxnId="{E27BD517-A279-4F3F-B643-80186519F261}">
      <dgm:prSet/>
      <dgm:spPr/>
      <dgm:t>
        <a:bodyPr/>
        <a:lstStyle/>
        <a:p>
          <a:endParaRPr lang="en-US"/>
        </a:p>
      </dgm:t>
    </dgm:pt>
    <dgm:pt modelId="{89D5C3A7-9D6F-41AC-9B93-08555B263985}">
      <dgm:prSet phldrT="[Text]"/>
      <dgm:spPr/>
      <dgm:t>
        <a:bodyPr/>
        <a:lstStyle/>
        <a:p>
          <a:r>
            <a:rPr lang="en-US" b="0" i="0" smtClean="0"/>
            <a:t>If you need to share information from your database with someone but don't want that person actually working with your database, consider creating a </a:t>
          </a:r>
          <a:r>
            <a:rPr lang="en-US" b="1" i="0" smtClean="0"/>
            <a:t>report</a:t>
          </a:r>
          <a:r>
            <a:rPr lang="en-US" b="0" i="0" smtClean="0"/>
            <a:t>.</a:t>
          </a:r>
          <a:endParaRPr lang="en-US" dirty="0"/>
        </a:p>
      </dgm:t>
    </dgm:pt>
    <dgm:pt modelId="{C26D74C4-4F2A-46D3-95AF-8E1DDE036053}" type="parTrans" cxnId="{26246B8A-9528-4871-88CA-BBC7FB07AA17}">
      <dgm:prSet/>
      <dgm:spPr/>
      <dgm:t>
        <a:bodyPr/>
        <a:lstStyle/>
        <a:p>
          <a:endParaRPr lang="en-US"/>
        </a:p>
      </dgm:t>
    </dgm:pt>
    <dgm:pt modelId="{600CF5FC-2BC8-4D72-9D68-5CF9457E3A24}" type="sibTrans" cxnId="{26246B8A-9528-4871-88CA-BBC7FB07AA17}">
      <dgm:prSet/>
      <dgm:spPr/>
      <dgm:t>
        <a:bodyPr/>
        <a:lstStyle/>
        <a:p>
          <a:endParaRPr lang="en-US"/>
        </a:p>
      </dgm:t>
    </dgm:pt>
    <dgm:pt modelId="{6D3567F0-7F70-443A-91AD-984053768F99}">
      <dgm:prSet phldrT="[Text]"/>
      <dgm:spPr/>
      <dgm:t>
        <a:bodyPr/>
        <a:lstStyle/>
        <a:p>
          <a:r>
            <a:rPr lang="en-US" b="0" i="0" dirty="0" smtClean="0"/>
            <a:t>Reports give you the ability to present components of your database in an easy-to-read, printable format.</a:t>
          </a:r>
          <a:endParaRPr lang="en-US" dirty="0"/>
        </a:p>
      </dgm:t>
    </dgm:pt>
    <dgm:pt modelId="{EE807F92-491D-42B2-84B4-F3AE16F69670}" type="parTrans" cxnId="{C6854FCC-39A7-4C8A-A230-72116F7F2DC0}">
      <dgm:prSet/>
      <dgm:spPr/>
      <dgm:t>
        <a:bodyPr/>
        <a:lstStyle/>
        <a:p>
          <a:endParaRPr lang="en-US"/>
        </a:p>
      </dgm:t>
    </dgm:pt>
    <dgm:pt modelId="{8295D9AE-A565-44B8-B8B8-D8C664D3B57C}" type="sibTrans" cxnId="{C6854FCC-39A7-4C8A-A230-72116F7F2DC0}">
      <dgm:prSet/>
      <dgm:spPr/>
      <dgm:t>
        <a:bodyPr/>
        <a:lstStyle/>
        <a:p>
          <a:endParaRPr lang="en-US"/>
        </a:p>
      </dgm:t>
    </dgm:pt>
    <dgm:pt modelId="{A1657A2F-79E2-46C0-8713-B95D84FA66AB}" type="pres">
      <dgm:prSet presAssocID="{E66FD5D1-7518-4374-8DC6-C55823AA3C3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508CD5C-6961-487E-A957-272441A17AB7}" type="pres">
      <dgm:prSet presAssocID="{EFAB392E-F536-4FB1-8867-D9BDF537CE5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FFBB8C-BF54-4269-BD5A-8F405ACEF192}" type="pres">
      <dgm:prSet presAssocID="{2CC40B45-DD79-4B7F-A417-1AE39A3C3E54}" presName="sibTrans" presStyleCnt="0"/>
      <dgm:spPr/>
    </dgm:pt>
    <dgm:pt modelId="{3B866C28-C045-44DF-9262-8983A4E9898B}" type="pres">
      <dgm:prSet presAssocID="{89D5C3A7-9D6F-41AC-9B93-08555B26398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C6B75E-21FC-4D75-B33C-0804E823B1AF}" type="pres">
      <dgm:prSet presAssocID="{600CF5FC-2BC8-4D72-9D68-5CF9457E3A24}" presName="sibTrans" presStyleCnt="0"/>
      <dgm:spPr/>
    </dgm:pt>
    <dgm:pt modelId="{E6046B89-4ECF-4E13-B9A5-59AF9C36A2F4}" type="pres">
      <dgm:prSet presAssocID="{6D3567F0-7F70-443A-91AD-984053768F9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C92B17-26DF-448D-8E61-3AE35B44064B}" type="presOf" srcId="{89D5C3A7-9D6F-41AC-9B93-08555B263985}" destId="{3B866C28-C045-44DF-9262-8983A4E9898B}" srcOrd="0" destOrd="0" presId="urn:microsoft.com/office/officeart/2005/8/layout/hList6"/>
    <dgm:cxn modelId="{89B5E110-0D05-43FC-A508-9FAF85C96C3D}" type="presOf" srcId="{E66FD5D1-7518-4374-8DC6-C55823AA3C39}" destId="{A1657A2F-79E2-46C0-8713-B95D84FA66AB}" srcOrd="0" destOrd="0" presId="urn:microsoft.com/office/officeart/2005/8/layout/hList6"/>
    <dgm:cxn modelId="{C04E49F4-229D-4BAE-B25E-0FEF1343DD64}" type="presOf" srcId="{6D3567F0-7F70-443A-91AD-984053768F99}" destId="{E6046B89-4ECF-4E13-B9A5-59AF9C36A2F4}" srcOrd="0" destOrd="0" presId="urn:microsoft.com/office/officeart/2005/8/layout/hList6"/>
    <dgm:cxn modelId="{477C1800-8F72-4182-836F-D48E72387AF3}" type="presOf" srcId="{EFAB392E-F536-4FB1-8867-D9BDF537CE51}" destId="{E508CD5C-6961-487E-A957-272441A17AB7}" srcOrd="0" destOrd="0" presId="urn:microsoft.com/office/officeart/2005/8/layout/hList6"/>
    <dgm:cxn modelId="{26246B8A-9528-4871-88CA-BBC7FB07AA17}" srcId="{E66FD5D1-7518-4374-8DC6-C55823AA3C39}" destId="{89D5C3A7-9D6F-41AC-9B93-08555B263985}" srcOrd="1" destOrd="0" parTransId="{C26D74C4-4F2A-46D3-95AF-8E1DDE036053}" sibTransId="{600CF5FC-2BC8-4D72-9D68-5CF9457E3A24}"/>
    <dgm:cxn modelId="{E27BD517-A279-4F3F-B643-80186519F261}" srcId="{E66FD5D1-7518-4374-8DC6-C55823AA3C39}" destId="{EFAB392E-F536-4FB1-8867-D9BDF537CE51}" srcOrd="0" destOrd="0" parTransId="{55C2F3D8-988C-4359-AC69-3B1331C35464}" sibTransId="{2CC40B45-DD79-4B7F-A417-1AE39A3C3E54}"/>
    <dgm:cxn modelId="{C6854FCC-39A7-4C8A-A230-72116F7F2DC0}" srcId="{E66FD5D1-7518-4374-8DC6-C55823AA3C39}" destId="{6D3567F0-7F70-443A-91AD-984053768F99}" srcOrd="2" destOrd="0" parTransId="{EE807F92-491D-42B2-84B4-F3AE16F69670}" sibTransId="{8295D9AE-A565-44B8-B8B8-D8C664D3B57C}"/>
    <dgm:cxn modelId="{D3753F45-405B-4C1E-B660-2D5FDEB53754}" type="presParOf" srcId="{A1657A2F-79E2-46C0-8713-B95D84FA66AB}" destId="{E508CD5C-6961-487E-A957-272441A17AB7}" srcOrd="0" destOrd="0" presId="urn:microsoft.com/office/officeart/2005/8/layout/hList6"/>
    <dgm:cxn modelId="{72CD201C-48E7-4937-84D7-BB320A54EE68}" type="presParOf" srcId="{A1657A2F-79E2-46C0-8713-B95D84FA66AB}" destId="{9EFFBB8C-BF54-4269-BD5A-8F405ACEF192}" srcOrd="1" destOrd="0" presId="urn:microsoft.com/office/officeart/2005/8/layout/hList6"/>
    <dgm:cxn modelId="{C785BD92-9D60-4F0E-9F42-51025E6A1BB1}" type="presParOf" srcId="{A1657A2F-79E2-46C0-8713-B95D84FA66AB}" destId="{3B866C28-C045-44DF-9262-8983A4E9898B}" srcOrd="2" destOrd="0" presId="urn:microsoft.com/office/officeart/2005/8/layout/hList6"/>
    <dgm:cxn modelId="{224EE548-B410-4D62-8230-2734DEF6D204}" type="presParOf" srcId="{A1657A2F-79E2-46C0-8713-B95D84FA66AB}" destId="{E9C6B75E-21FC-4D75-B33C-0804E823B1AF}" srcOrd="3" destOrd="0" presId="urn:microsoft.com/office/officeart/2005/8/layout/hList6"/>
    <dgm:cxn modelId="{537A07DF-6549-47D1-85C5-1985119E33FA}" type="presParOf" srcId="{A1657A2F-79E2-46C0-8713-B95D84FA66AB}" destId="{E6046B89-4ECF-4E13-B9A5-59AF9C36A2F4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6FD5D1-7518-4374-8DC6-C55823AA3C39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E629D2-DE4D-4888-AB00-58978E4CEF33}">
      <dgm:prSet/>
      <dgm:spPr/>
      <dgm:t>
        <a:bodyPr/>
        <a:lstStyle/>
        <a:p>
          <a:r>
            <a:rPr lang="en-US" dirty="0" smtClean="0"/>
            <a:t>1</a:t>
          </a:r>
          <a:br>
            <a:rPr lang="en-US" dirty="0" smtClean="0"/>
          </a:br>
          <a:endParaRPr lang="en-US" dirty="0" smtClean="0"/>
        </a:p>
      </dgm:t>
    </dgm:pt>
    <dgm:pt modelId="{78E7D5EC-5773-4B91-A3D0-A9A939F466F4}" type="parTrans" cxnId="{A1E895D5-4FCB-4BF0-99B2-F18B89773AB4}">
      <dgm:prSet/>
      <dgm:spPr/>
      <dgm:t>
        <a:bodyPr/>
        <a:lstStyle/>
        <a:p>
          <a:endParaRPr lang="en-US"/>
        </a:p>
      </dgm:t>
    </dgm:pt>
    <dgm:pt modelId="{42BA4FD2-312A-4C0C-8DB7-002020951CD4}" type="sibTrans" cxnId="{A1E895D5-4FCB-4BF0-99B2-F18B89773AB4}">
      <dgm:prSet/>
      <dgm:spPr/>
      <dgm:t>
        <a:bodyPr/>
        <a:lstStyle/>
        <a:p>
          <a:endParaRPr lang="en-US"/>
        </a:p>
      </dgm:t>
    </dgm:pt>
    <dgm:pt modelId="{DC4EA1B0-F073-4EB2-9305-884878609494}">
      <dgm:prSet/>
      <dgm:spPr/>
      <dgm:t>
        <a:bodyPr/>
        <a:lstStyle/>
        <a:p>
          <a:r>
            <a:rPr lang="en-US" dirty="0" smtClean="0"/>
            <a:t>Generate the Product Query Report</a:t>
          </a:r>
          <a:endParaRPr lang="en-US" dirty="0"/>
        </a:p>
      </dgm:t>
    </dgm:pt>
    <dgm:pt modelId="{1D00B262-8E99-4656-AF93-47301681B82E}" type="parTrans" cxnId="{CFA942DA-75AB-43D4-B96E-76C82E5A5557}">
      <dgm:prSet/>
      <dgm:spPr/>
      <dgm:t>
        <a:bodyPr/>
        <a:lstStyle/>
        <a:p>
          <a:endParaRPr lang="en-US"/>
        </a:p>
      </dgm:t>
    </dgm:pt>
    <dgm:pt modelId="{140D5C69-958C-4D95-8432-86DB07CBE30D}" type="sibTrans" cxnId="{CFA942DA-75AB-43D4-B96E-76C82E5A5557}">
      <dgm:prSet/>
      <dgm:spPr/>
      <dgm:t>
        <a:bodyPr/>
        <a:lstStyle/>
        <a:p>
          <a:endParaRPr lang="en-US"/>
        </a:p>
      </dgm:t>
    </dgm:pt>
    <dgm:pt modelId="{4BCB5566-EE99-4A77-A88C-FEBE54FF14BA}">
      <dgm:prSet/>
      <dgm:spPr/>
      <dgm:t>
        <a:bodyPr/>
        <a:lstStyle/>
        <a:p>
          <a:r>
            <a:rPr lang="en-US" dirty="0" smtClean="0"/>
            <a:t>Create a Product Query from the TUC Shop database, for Product name, price, on-hand and sales date.</a:t>
          </a:r>
        </a:p>
      </dgm:t>
    </dgm:pt>
    <dgm:pt modelId="{1F5DB23D-4F46-45BD-B07E-ADE3EE67E90A}" type="parTrans" cxnId="{543C7F0A-85B9-4736-A7AC-8674C6FA6E4C}">
      <dgm:prSet/>
      <dgm:spPr/>
      <dgm:t>
        <a:bodyPr/>
        <a:lstStyle/>
        <a:p>
          <a:endParaRPr lang="en-US"/>
        </a:p>
      </dgm:t>
    </dgm:pt>
    <dgm:pt modelId="{D2286D0A-CC12-42D2-91B3-C0927B1EDB43}" type="sibTrans" cxnId="{543C7F0A-85B9-4736-A7AC-8674C6FA6E4C}">
      <dgm:prSet/>
      <dgm:spPr/>
      <dgm:t>
        <a:bodyPr/>
        <a:lstStyle/>
        <a:p>
          <a:endParaRPr lang="en-US"/>
        </a:p>
      </dgm:t>
    </dgm:pt>
    <dgm:pt modelId="{3A88A9EF-DADF-4F6D-B04E-BA67D7E5AA36}">
      <dgm:prSet/>
      <dgm:spPr/>
      <dgm:t>
        <a:bodyPr/>
        <a:lstStyle/>
        <a:p>
          <a:r>
            <a:rPr lang="en-US" dirty="0" smtClean="0"/>
            <a:t>2</a:t>
          </a:r>
        </a:p>
      </dgm:t>
    </dgm:pt>
    <dgm:pt modelId="{3361E4CE-1FA7-4CFD-B6B8-CF907C68096C}" type="parTrans" cxnId="{6CB3797C-137C-432D-BA83-79858EC4256D}">
      <dgm:prSet/>
      <dgm:spPr/>
      <dgm:t>
        <a:bodyPr/>
        <a:lstStyle/>
        <a:p>
          <a:endParaRPr lang="en-US"/>
        </a:p>
      </dgm:t>
    </dgm:pt>
    <dgm:pt modelId="{F53DAE00-592A-4197-854D-53D7D7DEC8D4}" type="sibTrans" cxnId="{6CB3797C-137C-432D-BA83-79858EC4256D}">
      <dgm:prSet/>
      <dgm:spPr/>
      <dgm:t>
        <a:bodyPr/>
        <a:lstStyle/>
        <a:p>
          <a:endParaRPr lang="en-US"/>
        </a:p>
      </dgm:t>
    </dgm:pt>
    <dgm:pt modelId="{74492382-6A61-4794-AD3F-C415F588518A}" type="pres">
      <dgm:prSet presAssocID="{E66FD5D1-7518-4374-8DC6-C55823AA3C3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182D18-6AB0-4F1E-B847-00BFD2D8D10D}" type="pres">
      <dgm:prSet presAssocID="{C4E629D2-DE4D-4888-AB00-58978E4CEF33}" presName="composite" presStyleCnt="0"/>
      <dgm:spPr/>
    </dgm:pt>
    <dgm:pt modelId="{49EB170D-3954-42DB-972E-1968574E5398}" type="pres">
      <dgm:prSet presAssocID="{C4E629D2-DE4D-4888-AB00-58978E4CEF33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6EAF74A7-F319-41B4-8B32-89A94E0FC2D2}" type="pres">
      <dgm:prSet presAssocID="{C4E629D2-DE4D-4888-AB00-58978E4CEF33}" presName="descendantText" presStyleLbl="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96BE7C-D24A-42C6-9AEE-075F303E3435}" type="pres">
      <dgm:prSet presAssocID="{42BA4FD2-312A-4C0C-8DB7-002020951CD4}" presName="sp" presStyleCnt="0"/>
      <dgm:spPr/>
    </dgm:pt>
    <dgm:pt modelId="{F34A58F0-6AF0-451C-BEC1-BF5AE3520400}" type="pres">
      <dgm:prSet presAssocID="{3A88A9EF-DADF-4F6D-B04E-BA67D7E5AA36}" presName="composite" presStyleCnt="0"/>
      <dgm:spPr/>
    </dgm:pt>
    <dgm:pt modelId="{87862498-589C-4996-8C69-6DE5AA25E3DD}" type="pres">
      <dgm:prSet presAssocID="{3A88A9EF-DADF-4F6D-B04E-BA67D7E5AA36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CDE8D0BA-1C99-40B6-810E-E65479562CA5}" type="pres">
      <dgm:prSet presAssocID="{3A88A9EF-DADF-4F6D-B04E-BA67D7E5AA36}" presName="descendantText" presStyleLbl="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3C7F0A-85B9-4736-A7AC-8674C6FA6E4C}" srcId="{C4E629D2-DE4D-4888-AB00-58978E4CEF33}" destId="{4BCB5566-EE99-4A77-A88C-FEBE54FF14BA}" srcOrd="0" destOrd="0" parTransId="{1F5DB23D-4F46-45BD-B07E-ADE3EE67E90A}" sibTransId="{D2286D0A-CC12-42D2-91B3-C0927B1EDB43}"/>
    <dgm:cxn modelId="{834DD521-E55B-4AAA-9175-2BCDF36E5407}" type="presOf" srcId="{3A88A9EF-DADF-4F6D-B04E-BA67D7E5AA36}" destId="{87862498-589C-4996-8C69-6DE5AA25E3DD}" srcOrd="0" destOrd="0" presId="urn:microsoft.com/office/officeart/2005/8/layout/chevron2"/>
    <dgm:cxn modelId="{6CB3797C-137C-432D-BA83-79858EC4256D}" srcId="{E66FD5D1-7518-4374-8DC6-C55823AA3C39}" destId="{3A88A9EF-DADF-4F6D-B04E-BA67D7E5AA36}" srcOrd="1" destOrd="0" parTransId="{3361E4CE-1FA7-4CFD-B6B8-CF907C68096C}" sibTransId="{F53DAE00-592A-4197-854D-53D7D7DEC8D4}"/>
    <dgm:cxn modelId="{D075CA1B-5F81-4CD8-B1F8-C064E6B7D486}" type="presOf" srcId="{DC4EA1B0-F073-4EB2-9305-884878609494}" destId="{CDE8D0BA-1C99-40B6-810E-E65479562CA5}" srcOrd="0" destOrd="0" presId="urn:microsoft.com/office/officeart/2005/8/layout/chevron2"/>
    <dgm:cxn modelId="{CFA942DA-75AB-43D4-B96E-76C82E5A5557}" srcId="{3A88A9EF-DADF-4F6D-B04E-BA67D7E5AA36}" destId="{DC4EA1B0-F073-4EB2-9305-884878609494}" srcOrd="0" destOrd="0" parTransId="{1D00B262-8E99-4656-AF93-47301681B82E}" sibTransId="{140D5C69-958C-4D95-8432-86DB07CBE30D}"/>
    <dgm:cxn modelId="{A1E895D5-4FCB-4BF0-99B2-F18B89773AB4}" srcId="{E66FD5D1-7518-4374-8DC6-C55823AA3C39}" destId="{C4E629D2-DE4D-4888-AB00-58978E4CEF33}" srcOrd="0" destOrd="0" parTransId="{78E7D5EC-5773-4B91-A3D0-A9A939F466F4}" sibTransId="{42BA4FD2-312A-4C0C-8DB7-002020951CD4}"/>
    <dgm:cxn modelId="{2F500F55-5E65-4B78-8982-BE6958D8D5CA}" type="presOf" srcId="{4BCB5566-EE99-4A77-A88C-FEBE54FF14BA}" destId="{6EAF74A7-F319-41B4-8B32-89A94E0FC2D2}" srcOrd="0" destOrd="0" presId="urn:microsoft.com/office/officeart/2005/8/layout/chevron2"/>
    <dgm:cxn modelId="{D62C5489-2795-4393-BAA8-06C3B0D42AE0}" type="presOf" srcId="{E66FD5D1-7518-4374-8DC6-C55823AA3C39}" destId="{74492382-6A61-4794-AD3F-C415F588518A}" srcOrd="0" destOrd="0" presId="urn:microsoft.com/office/officeart/2005/8/layout/chevron2"/>
    <dgm:cxn modelId="{1DAF1A66-2EC4-4C98-9B41-8DC381ED55D4}" type="presOf" srcId="{C4E629D2-DE4D-4888-AB00-58978E4CEF33}" destId="{49EB170D-3954-42DB-972E-1968574E5398}" srcOrd="0" destOrd="0" presId="urn:microsoft.com/office/officeart/2005/8/layout/chevron2"/>
    <dgm:cxn modelId="{D71C6F08-08E1-41BF-B0CB-8992D3FD5C26}" type="presParOf" srcId="{74492382-6A61-4794-AD3F-C415F588518A}" destId="{BF182D18-6AB0-4F1E-B847-00BFD2D8D10D}" srcOrd="0" destOrd="0" presId="urn:microsoft.com/office/officeart/2005/8/layout/chevron2"/>
    <dgm:cxn modelId="{C796248F-F727-4F07-AFF6-3B18A615081E}" type="presParOf" srcId="{BF182D18-6AB0-4F1E-B847-00BFD2D8D10D}" destId="{49EB170D-3954-42DB-972E-1968574E5398}" srcOrd="0" destOrd="0" presId="urn:microsoft.com/office/officeart/2005/8/layout/chevron2"/>
    <dgm:cxn modelId="{9E1369EF-73EC-4A81-A369-721A28208192}" type="presParOf" srcId="{BF182D18-6AB0-4F1E-B847-00BFD2D8D10D}" destId="{6EAF74A7-F319-41B4-8B32-89A94E0FC2D2}" srcOrd="1" destOrd="0" presId="urn:microsoft.com/office/officeart/2005/8/layout/chevron2"/>
    <dgm:cxn modelId="{5E56B87A-4845-4A01-82C4-5F14A9E85798}" type="presParOf" srcId="{74492382-6A61-4794-AD3F-C415F588518A}" destId="{A996BE7C-D24A-42C6-9AEE-075F303E3435}" srcOrd="1" destOrd="0" presId="urn:microsoft.com/office/officeart/2005/8/layout/chevron2"/>
    <dgm:cxn modelId="{57AB56C5-C7C5-4721-8CE2-FFF19565C1D3}" type="presParOf" srcId="{74492382-6A61-4794-AD3F-C415F588518A}" destId="{F34A58F0-6AF0-451C-BEC1-BF5AE3520400}" srcOrd="2" destOrd="0" presId="urn:microsoft.com/office/officeart/2005/8/layout/chevron2"/>
    <dgm:cxn modelId="{F749AC70-A34A-4776-9E3F-72A2A03A862B}" type="presParOf" srcId="{F34A58F0-6AF0-451C-BEC1-BF5AE3520400}" destId="{87862498-589C-4996-8C69-6DE5AA25E3DD}" srcOrd="0" destOrd="0" presId="urn:microsoft.com/office/officeart/2005/8/layout/chevron2"/>
    <dgm:cxn modelId="{6F7D9FD8-9BB0-4D0A-B423-5CD0C9786B14}" type="presParOf" srcId="{F34A58F0-6AF0-451C-BEC1-BF5AE3520400}" destId="{CDE8D0BA-1C99-40B6-810E-E65479562CA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66FD5D1-7518-4374-8DC6-C55823AA3C39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4E629D2-DE4D-4888-AB00-58978E4CEF33}">
      <dgm:prSet/>
      <dgm:spPr/>
      <dgm:t>
        <a:bodyPr/>
        <a:lstStyle/>
        <a:p>
          <a:r>
            <a:rPr lang="en-US" dirty="0" smtClean="0"/>
            <a:t/>
          </a:r>
          <a:br>
            <a:rPr lang="en-US" dirty="0" smtClean="0"/>
          </a:br>
          <a:endParaRPr lang="en-US" dirty="0" smtClean="0"/>
        </a:p>
      </dgm:t>
    </dgm:pt>
    <dgm:pt modelId="{78E7D5EC-5773-4B91-A3D0-A9A939F466F4}" type="parTrans" cxnId="{A1E895D5-4FCB-4BF0-99B2-F18B89773AB4}">
      <dgm:prSet/>
      <dgm:spPr/>
      <dgm:t>
        <a:bodyPr/>
        <a:lstStyle/>
        <a:p>
          <a:endParaRPr lang="en-US"/>
        </a:p>
      </dgm:t>
    </dgm:pt>
    <dgm:pt modelId="{42BA4FD2-312A-4C0C-8DB7-002020951CD4}" type="sibTrans" cxnId="{A1E895D5-4FCB-4BF0-99B2-F18B89773AB4}">
      <dgm:prSet/>
      <dgm:spPr/>
      <dgm:t>
        <a:bodyPr/>
        <a:lstStyle/>
        <a:p>
          <a:endParaRPr lang="en-US"/>
        </a:p>
      </dgm:t>
    </dgm:pt>
    <dgm:pt modelId="{DC4EA1B0-F073-4EB2-9305-884878609494}">
      <dgm:prSet/>
      <dgm:spPr/>
      <dgm:t>
        <a:bodyPr/>
        <a:lstStyle/>
        <a:p>
          <a:r>
            <a:rPr lang="en-US" dirty="0" smtClean="0"/>
            <a:t>Generate the Student result Query Report</a:t>
          </a:r>
          <a:endParaRPr lang="en-US" dirty="0"/>
        </a:p>
      </dgm:t>
    </dgm:pt>
    <dgm:pt modelId="{1D00B262-8E99-4656-AF93-47301681B82E}" type="parTrans" cxnId="{CFA942DA-75AB-43D4-B96E-76C82E5A5557}">
      <dgm:prSet/>
      <dgm:spPr/>
      <dgm:t>
        <a:bodyPr/>
        <a:lstStyle/>
        <a:p>
          <a:endParaRPr lang="en-US"/>
        </a:p>
      </dgm:t>
    </dgm:pt>
    <dgm:pt modelId="{140D5C69-958C-4D95-8432-86DB07CBE30D}" type="sibTrans" cxnId="{CFA942DA-75AB-43D4-B96E-76C82E5A5557}">
      <dgm:prSet/>
      <dgm:spPr/>
      <dgm:t>
        <a:bodyPr/>
        <a:lstStyle/>
        <a:p>
          <a:endParaRPr lang="en-US"/>
        </a:p>
      </dgm:t>
    </dgm:pt>
    <dgm:pt modelId="{4BCB5566-EE99-4A77-A88C-FEBE54FF14BA}">
      <dgm:prSet/>
      <dgm:spPr/>
      <dgm:t>
        <a:bodyPr/>
        <a:lstStyle/>
        <a:p>
          <a:r>
            <a:rPr lang="en-US" dirty="0" smtClean="0"/>
            <a:t>Create a Student Result Query from the developed database management system for SST, for student name, student level, course code and grade.</a:t>
          </a:r>
        </a:p>
      </dgm:t>
    </dgm:pt>
    <dgm:pt modelId="{1F5DB23D-4F46-45BD-B07E-ADE3EE67E90A}" type="parTrans" cxnId="{543C7F0A-85B9-4736-A7AC-8674C6FA6E4C}">
      <dgm:prSet/>
      <dgm:spPr/>
      <dgm:t>
        <a:bodyPr/>
        <a:lstStyle/>
        <a:p>
          <a:endParaRPr lang="en-US"/>
        </a:p>
      </dgm:t>
    </dgm:pt>
    <dgm:pt modelId="{D2286D0A-CC12-42D2-91B3-C0927B1EDB43}" type="sibTrans" cxnId="{543C7F0A-85B9-4736-A7AC-8674C6FA6E4C}">
      <dgm:prSet/>
      <dgm:spPr/>
      <dgm:t>
        <a:bodyPr/>
        <a:lstStyle/>
        <a:p>
          <a:endParaRPr lang="en-US"/>
        </a:p>
      </dgm:t>
    </dgm:pt>
    <dgm:pt modelId="{3A88A9EF-DADF-4F6D-B04E-BA67D7E5AA36}">
      <dgm:prSet/>
      <dgm:spPr/>
      <dgm:t>
        <a:bodyPr/>
        <a:lstStyle/>
        <a:p>
          <a:endParaRPr lang="en-US" dirty="0" smtClean="0"/>
        </a:p>
      </dgm:t>
    </dgm:pt>
    <dgm:pt modelId="{3361E4CE-1FA7-4CFD-B6B8-CF907C68096C}" type="parTrans" cxnId="{6CB3797C-137C-432D-BA83-79858EC4256D}">
      <dgm:prSet/>
      <dgm:spPr/>
      <dgm:t>
        <a:bodyPr/>
        <a:lstStyle/>
        <a:p>
          <a:endParaRPr lang="en-US"/>
        </a:p>
      </dgm:t>
    </dgm:pt>
    <dgm:pt modelId="{F53DAE00-592A-4197-854D-53D7D7DEC8D4}" type="sibTrans" cxnId="{6CB3797C-137C-432D-BA83-79858EC4256D}">
      <dgm:prSet/>
      <dgm:spPr/>
      <dgm:t>
        <a:bodyPr/>
        <a:lstStyle/>
        <a:p>
          <a:endParaRPr lang="en-US"/>
        </a:p>
      </dgm:t>
    </dgm:pt>
    <dgm:pt modelId="{472BAE82-2D17-4A2A-AF5E-65BB8502B4DD}" type="pres">
      <dgm:prSet presAssocID="{E66FD5D1-7518-4374-8DC6-C55823AA3C39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en-US"/>
        </a:p>
      </dgm:t>
    </dgm:pt>
    <dgm:pt modelId="{295FAD63-0467-4812-B97D-BB9DD2C9CA93}" type="pres">
      <dgm:prSet presAssocID="{C4E629D2-DE4D-4888-AB00-58978E4CEF33}" presName="parenttextcomposite" presStyleCnt="0"/>
      <dgm:spPr/>
      <dgm:t>
        <a:bodyPr/>
        <a:lstStyle/>
        <a:p>
          <a:endParaRPr lang="en-US"/>
        </a:p>
      </dgm:t>
    </dgm:pt>
    <dgm:pt modelId="{4CBB5CCC-CF26-4692-81D5-07872E43C796}" type="pres">
      <dgm:prSet presAssocID="{C4E629D2-DE4D-4888-AB00-58978E4CEF33}" presName="parenttext" presStyleLbl="revTx" presStyleIdx="0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3E4EEB-2889-4FD2-8942-9CBE2F38DA7E}" type="pres">
      <dgm:prSet presAssocID="{C4E629D2-DE4D-4888-AB00-58978E4CEF33}" presName="composite" presStyleCnt="0"/>
      <dgm:spPr/>
      <dgm:t>
        <a:bodyPr/>
        <a:lstStyle/>
        <a:p>
          <a:endParaRPr lang="en-US"/>
        </a:p>
      </dgm:t>
    </dgm:pt>
    <dgm:pt modelId="{DCC81B4A-9B98-492A-BF11-9B026238606C}" type="pres">
      <dgm:prSet presAssocID="{C4E629D2-DE4D-4888-AB00-58978E4CEF33}" presName="chevron1" presStyleLbl="alignNode1" presStyleIdx="0" presStyleCnt="14"/>
      <dgm:spPr/>
      <dgm:t>
        <a:bodyPr/>
        <a:lstStyle/>
        <a:p>
          <a:endParaRPr lang="en-US"/>
        </a:p>
      </dgm:t>
    </dgm:pt>
    <dgm:pt modelId="{35A3A7DF-6410-4010-83FC-96DF5CAFFA6A}" type="pres">
      <dgm:prSet presAssocID="{C4E629D2-DE4D-4888-AB00-58978E4CEF33}" presName="chevron2" presStyleLbl="alignNode1" presStyleIdx="1" presStyleCnt="14"/>
      <dgm:spPr/>
      <dgm:t>
        <a:bodyPr/>
        <a:lstStyle/>
        <a:p>
          <a:endParaRPr lang="en-US"/>
        </a:p>
      </dgm:t>
    </dgm:pt>
    <dgm:pt modelId="{F51B05CC-025D-40E7-B557-48420A5FAF72}" type="pres">
      <dgm:prSet presAssocID="{C4E629D2-DE4D-4888-AB00-58978E4CEF33}" presName="chevron3" presStyleLbl="alignNode1" presStyleIdx="2" presStyleCnt="14"/>
      <dgm:spPr/>
      <dgm:t>
        <a:bodyPr/>
        <a:lstStyle/>
        <a:p>
          <a:endParaRPr lang="en-US"/>
        </a:p>
      </dgm:t>
    </dgm:pt>
    <dgm:pt modelId="{617DD863-2B35-4DCA-8B83-F16F2216CFA8}" type="pres">
      <dgm:prSet presAssocID="{C4E629D2-DE4D-4888-AB00-58978E4CEF33}" presName="chevron4" presStyleLbl="alignNode1" presStyleIdx="3" presStyleCnt="14"/>
      <dgm:spPr/>
      <dgm:t>
        <a:bodyPr/>
        <a:lstStyle/>
        <a:p>
          <a:endParaRPr lang="en-US"/>
        </a:p>
      </dgm:t>
    </dgm:pt>
    <dgm:pt modelId="{9B32A596-2D87-46B3-9E06-D3B5AEE8A27D}" type="pres">
      <dgm:prSet presAssocID="{C4E629D2-DE4D-4888-AB00-58978E4CEF33}" presName="chevron5" presStyleLbl="alignNode1" presStyleIdx="4" presStyleCnt="14"/>
      <dgm:spPr/>
      <dgm:t>
        <a:bodyPr/>
        <a:lstStyle/>
        <a:p>
          <a:endParaRPr lang="en-US"/>
        </a:p>
      </dgm:t>
    </dgm:pt>
    <dgm:pt modelId="{743DAF32-905D-429E-99D9-92F4891787C9}" type="pres">
      <dgm:prSet presAssocID="{C4E629D2-DE4D-4888-AB00-58978E4CEF33}" presName="chevron6" presStyleLbl="alignNode1" presStyleIdx="5" presStyleCnt="14"/>
      <dgm:spPr/>
      <dgm:t>
        <a:bodyPr/>
        <a:lstStyle/>
        <a:p>
          <a:endParaRPr lang="en-US"/>
        </a:p>
      </dgm:t>
    </dgm:pt>
    <dgm:pt modelId="{CA3ECB62-7E4F-40F9-851D-22D808BD5308}" type="pres">
      <dgm:prSet presAssocID="{C4E629D2-DE4D-4888-AB00-58978E4CEF33}" presName="chevron7" presStyleLbl="alignNode1" presStyleIdx="6" presStyleCnt="14"/>
      <dgm:spPr/>
      <dgm:t>
        <a:bodyPr/>
        <a:lstStyle/>
        <a:p>
          <a:endParaRPr lang="en-US"/>
        </a:p>
      </dgm:t>
    </dgm:pt>
    <dgm:pt modelId="{93C20678-A3D2-4A2C-9A5F-1050CF27B50F}" type="pres">
      <dgm:prSet presAssocID="{C4E629D2-DE4D-4888-AB00-58978E4CEF33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F52F2-B569-47CD-B4E2-0D9145D087A9}" type="pres">
      <dgm:prSet presAssocID="{42BA4FD2-312A-4C0C-8DB7-002020951CD4}" presName="sibTrans" presStyleCnt="0"/>
      <dgm:spPr/>
      <dgm:t>
        <a:bodyPr/>
        <a:lstStyle/>
        <a:p>
          <a:endParaRPr lang="en-US"/>
        </a:p>
      </dgm:t>
    </dgm:pt>
    <dgm:pt modelId="{DB914786-84CB-4888-A88F-ABD4E350FB1F}" type="pres">
      <dgm:prSet presAssocID="{3A88A9EF-DADF-4F6D-B04E-BA67D7E5AA36}" presName="parenttextcomposite" presStyleCnt="0"/>
      <dgm:spPr/>
      <dgm:t>
        <a:bodyPr/>
        <a:lstStyle/>
        <a:p>
          <a:endParaRPr lang="en-US"/>
        </a:p>
      </dgm:t>
    </dgm:pt>
    <dgm:pt modelId="{662D6514-551D-411F-831F-DE023E643308}" type="pres">
      <dgm:prSet presAssocID="{3A88A9EF-DADF-4F6D-B04E-BA67D7E5AA36}" presName="parenttext" presStyleLbl="revTx" presStyleIdx="1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2B8556-9F47-4B27-8804-F2636D29D887}" type="pres">
      <dgm:prSet presAssocID="{3A88A9EF-DADF-4F6D-B04E-BA67D7E5AA36}" presName="composite" presStyleCnt="0"/>
      <dgm:spPr/>
      <dgm:t>
        <a:bodyPr/>
        <a:lstStyle/>
        <a:p>
          <a:endParaRPr lang="en-US"/>
        </a:p>
      </dgm:t>
    </dgm:pt>
    <dgm:pt modelId="{A8F792FA-8659-49F3-BEA2-D8C1610FC8E1}" type="pres">
      <dgm:prSet presAssocID="{3A88A9EF-DADF-4F6D-B04E-BA67D7E5AA36}" presName="chevron1" presStyleLbl="alignNode1" presStyleIdx="7" presStyleCnt="14"/>
      <dgm:spPr/>
      <dgm:t>
        <a:bodyPr/>
        <a:lstStyle/>
        <a:p>
          <a:endParaRPr lang="en-US"/>
        </a:p>
      </dgm:t>
    </dgm:pt>
    <dgm:pt modelId="{3C803B6A-AA45-4651-96C9-75E738163357}" type="pres">
      <dgm:prSet presAssocID="{3A88A9EF-DADF-4F6D-B04E-BA67D7E5AA36}" presName="chevron2" presStyleLbl="alignNode1" presStyleIdx="8" presStyleCnt="14"/>
      <dgm:spPr/>
      <dgm:t>
        <a:bodyPr/>
        <a:lstStyle/>
        <a:p>
          <a:endParaRPr lang="en-US"/>
        </a:p>
      </dgm:t>
    </dgm:pt>
    <dgm:pt modelId="{2614AD03-1CD3-4AAE-9600-36E981BD9789}" type="pres">
      <dgm:prSet presAssocID="{3A88A9EF-DADF-4F6D-B04E-BA67D7E5AA36}" presName="chevron3" presStyleLbl="alignNode1" presStyleIdx="9" presStyleCnt="14"/>
      <dgm:spPr/>
      <dgm:t>
        <a:bodyPr/>
        <a:lstStyle/>
        <a:p>
          <a:endParaRPr lang="en-US"/>
        </a:p>
      </dgm:t>
    </dgm:pt>
    <dgm:pt modelId="{6720A548-B312-4567-A3DA-9D5ECD8D6A87}" type="pres">
      <dgm:prSet presAssocID="{3A88A9EF-DADF-4F6D-B04E-BA67D7E5AA36}" presName="chevron4" presStyleLbl="alignNode1" presStyleIdx="10" presStyleCnt="14"/>
      <dgm:spPr/>
      <dgm:t>
        <a:bodyPr/>
        <a:lstStyle/>
        <a:p>
          <a:endParaRPr lang="en-US"/>
        </a:p>
      </dgm:t>
    </dgm:pt>
    <dgm:pt modelId="{84DECD9E-C647-4EE7-B427-E5B276D0F508}" type="pres">
      <dgm:prSet presAssocID="{3A88A9EF-DADF-4F6D-B04E-BA67D7E5AA36}" presName="chevron5" presStyleLbl="alignNode1" presStyleIdx="11" presStyleCnt="14"/>
      <dgm:spPr/>
      <dgm:t>
        <a:bodyPr/>
        <a:lstStyle/>
        <a:p>
          <a:endParaRPr lang="en-US"/>
        </a:p>
      </dgm:t>
    </dgm:pt>
    <dgm:pt modelId="{FA0C35F8-8BFD-4796-94A1-58753866B72B}" type="pres">
      <dgm:prSet presAssocID="{3A88A9EF-DADF-4F6D-B04E-BA67D7E5AA36}" presName="chevron6" presStyleLbl="alignNode1" presStyleIdx="12" presStyleCnt="14"/>
      <dgm:spPr/>
      <dgm:t>
        <a:bodyPr/>
        <a:lstStyle/>
        <a:p>
          <a:endParaRPr lang="en-US"/>
        </a:p>
      </dgm:t>
    </dgm:pt>
    <dgm:pt modelId="{066C5750-A95C-465F-A4C8-B95EA90A723F}" type="pres">
      <dgm:prSet presAssocID="{3A88A9EF-DADF-4F6D-B04E-BA67D7E5AA36}" presName="chevron7" presStyleLbl="alignNode1" presStyleIdx="13" presStyleCnt="14"/>
      <dgm:spPr/>
      <dgm:t>
        <a:bodyPr/>
        <a:lstStyle/>
        <a:p>
          <a:endParaRPr lang="en-US"/>
        </a:p>
      </dgm:t>
    </dgm:pt>
    <dgm:pt modelId="{12280030-4E3A-4B96-B3A4-DC36B0464180}" type="pres">
      <dgm:prSet presAssocID="{3A88A9EF-DADF-4F6D-B04E-BA67D7E5AA36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AC0856-5877-4E5D-82FB-8AD76A45E1A0}" type="presOf" srcId="{C4E629D2-DE4D-4888-AB00-58978E4CEF33}" destId="{4CBB5CCC-CF26-4692-81D5-07872E43C796}" srcOrd="0" destOrd="0" presId="urn:microsoft.com/office/officeart/2008/layout/VerticalAccentList"/>
    <dgm:cxn modelId="{6CB3797C-137C-432D-BA83-79858EC4256D}" srcId="{E66FD5D1-7518-4374-8DC6-C55823AA3C39}" destId="{3A88A9EF-DADF-4F6D-B04E-BA67D7E5AA36}" srcOrd="1" destOrd="0" parTransId="{3361E4CE-1FA7-4CFD-B6B8-CF907C68096C}" sibTransId="{F53DAE00-592A-4197-854D-53D7D7DEC8D4}"/>
    <dgm:cxn modelId="{543C7F0A-85B9-4736-A7AC-8674C6FA6E4C}" srcId="{C4E629D2-DE4D-4888-AB00-58978E4CEF33}" destId="{4BCB5566-EE99-4A77-A88C-FEBE54FF14BA}" srcOrd="0" destOrd="0" parTransId="{1F5DB23D-4F46-45BD-B07E-ADE3EE67E90A}" sibTransId="{D2286D0A-CC12-42D2-91B3-C0927B1EDB43}"/>
    <dgm:cxn modelId="{741833F1-65C6-4FA1-8A10-8310D1325D66}" type="presOf" srcId="{DC4EA1B0-F073-4EB2-9305-884878609494}" destId="{12280030-4E3A-4B96-B3A4-DC36B0464180}" srcOrd="0" destOrd="0" presId="urn:microsoft.com/office/officeart/2008/layout/VerticalAccentList"/>
    <dgm:cxn modelId="{CFA942DA-75AB-43D4-B96E-76C82E5A5557}" srcId="{3A88A9EF-DADF-4F6D-B04E-BA67D7E5AA36}" destId="{DC4EA1B0-F073-4EB2-9305-884878609494}" srcOrd="0" destOrd="0" parTransId="{1D00B262-8E99-4656-AF93-47301681B82E}" sibTransId="{140D5C69-958C-4D95-8432-86DB07CBE30D}"/>
    <dgm:cxn modelId="{A1E895D5-4FCB-4BF0-99B2-F18B89773AB4}" srcId="{E66FD5D1-7518-4374-8DC6-C55823AA3C39}" destId="{C4E629D2-DE4D-4888-AB00-58978E4CEF33}" srcOrd="0" destOrd="0" parTransId="{78E7D5EC-5773-4B91-A3D0-A9A939F466F4}" sibTransId="{42BA4FD2-312A-4C0C-8DB7-002020951CD4}"/>
    <dgm:cxn modelId="{F33810B0-58FC-4CAF-8DE9-CBCF8E62D38E}" type="presOf" srcId="{3A88A9EF-DADF-4F6D-B04E-BA67D7E5AA36}" destId="{662D6514-551D-411F-831F-DE023E643308}" srcOrd="0" destOrd="0" presId="urn:microsoft.com/office/officeart/2008/layout/VerticalAccentList"/>
    <dgm:cxn modelId="{E3D7E790-F606-4D6F-8576-C2E979829DD2}" type="presOf" srcId="{E66FD5D1-7518-4374-8DC6-C55823AA3C39}" destId="{472BAE82-2D17-4A2A-AF5E-65BB8502B4DD}" srcOrd="0" destOrd="0" presId="urn:microsoft.com/office/officeart/2008/layout/VerticalAccentList"/>
    <dgm:cxn modelId="{B6F9BE3C-1113-4CCA-B4FB-6328CDA5C101}" type="presOf" srcId="{4BCB5566-EE99-4A77-A88C-FEBE54FF14BA}" destId="{93C20678-A3D2-4A2C-9A5F-1050CF27B50F}" srcOrd="0" destOrd="0" presId="urn:microsoft.com/office/officeart/2008/layout/VerticalAccentList"/>
    <dgm:cxn modelId="{A8944413-52E9-496F-AA60-EAD31CF212A8}" type="presParOf" srcId="{472BAE82-2D17-4A2A-AF5E-65BB8502B4DD}" destId="{295FAD63-0467-4812-B97D-BB9DD2C9CA93}" srcOrd="0" destOrd="0" presId="urn:microsoft.com/office/officeart/2008/layout/VerticalAccentList"/>
    <dgm:cxn modelId="{6F42C273-9D5B-4C80-B60B-CBFC7F3C147C}" type="presParOf" srcId="{295FAD63-0467-4812-B97D-BB9DD2C9CA93}" destId="{4CBB5CCC-CF26-4692-81D5-07872E43C796}" srcOrd="0" destOrd="0" presId="urn:microsoft.com/office/officeart/2008/layout/VerticalAccentList"/>
    <dgm:cxn modelId="{84EEE295-43ED-4FE6-B3BF-16DA64AE4514}" type="presParOf" srcId="{472BAE82-2D17-4A2A-AF5E-65BB8502B4DD}" destId="{C03E4EEB-2889-4FD2-8942-9CBE2F38DA7E}" srcOrd="1" destOrd="0" presId="urn:microsoft.com/office/officeart/2008/layout/VerticalAccentList"/>
    <dgm:cxn modelId="{E6F013B0-1A32-4A73-9298-1900036E8A75}" type="presParOf" srcId="{C03E4EEB-2889-4FD2-8942-9CBE2F38DA7E}" destId="{DCC81B4A-9B98-492A-BF11-9B026238606C}" srcOrd="0" destOrd="0" presId="urn:microsoft.com/office/officeart/2008/layout/VerticalAccentList"/>
    <dgm:cxn modelId="{EC0E43A3-7904-4D8E-9CF2-246A01ED4BF1}" type="presParOf" srcId="{C03E4EEB-2889-4FD2-8942-9CBE2F38DA7E}" destId="{35A3A7DF-6410-4010-83FC-96DF5CAFFA6A}" srcOrd="1" destOrd="0" presId="urn:microsoft.com/office/officeart/2008/layout/VerticalAccentList"/>
    <dgm:cxn modelId="{3A848690-12FE-43D9-A292-782A02C933C9}" type="presParOf" srcId="{C03E4EEB-2889-4FD2-8942-9CBE2F38DA7E}" destId="{F51B05CC-025D-40E7-B557-48420A5FAF72}" srcOrd="2" destOrd="0" presId="urn:microsoft.com/office/officeart/2008/layout/VerticalAccentList"/>
    <dgm:cxn modelId="{181BEAE8-D991-4945-B1E1-A232738AABD5}" type="presParOf" srcId="{C03E4EEB-2889-4FD2-8942-9CBE2F38DA7E}" destId="{617DD863-2B35-4DCA-8B83-F16F2216CFA8}" srcOrd="3" destOrd="0" presId="urn:microsoft.com/office/officeart/2008/layout/VerticalAccentList"/>
    <dgm:cxn modelId="{92EAF474-E3E9-4580-B6D0-3D850CA58E0F}" type="presParOf" srcId="{C03E4EEB-2889-4FD2-8942-9CBE2F38DA7E}" destId="{9B32A596-2D87-46B3-9E06-D3B5AEE8A27D}" srcOrd="4" destOrd="0" presId="urn:microsoft.com/office/officeart/2008/layout/VerticalAccentList"/>
    <dgm:cxn modelId="{57A206C4-F26A-4C06-8D51-A07EB3ACE39B}" type="presParOf" srcId="{C03E4EEB-2889-4FD2-8942-9CBE2F38DA7E}" destId="{743DAF32-905D-429E-99D9-92F4891787C9}" srcOrd="5" destOrd="0" presId="urn:microsoft.com/office/officeart/2008/layout/VerticalAccentList"/>
    <dgm:cxn modelId="{F0C35BDB-AF2E-4D1A-88BB-E1395C582A84}" type="presParOf" srcId="{C03E4EEB-2889-4FD2-8942-9CBE2F38DA7E}" destId="{CA3ECB62-7E4F-40F9-851D-22D808BD5308}" srcOrd="6" destOrd="0" presId="urn:microsoft.com/office/officeart/2008/layout/VerticalAccentList"/>
    <dgm:cxn modelId="{C12E28C2-0AC3-46E6-9D22-E5A9E23E5708}" type="presParOf" srcId="{C03E4EEB-2889-4FD2-8942-9CBE2F38DA7E}" destId="{93C20678-A3D2-4A2C-9A5F-1050CF27B50F}" srcOrd="7" destOrd="0" presId="urn:microsoft.com/office/officeart/2008/layout/VerticalAccentList"/>
    <dgm:cxn modelId="{25E3C396-1115-4501-9A00-AC9586768E8A}" type="presParOf" srcId="{472BAE82-2D17-4A2A-AF5E-65BB8502B4DD}" destId="{A44F52F2-B569-47CD-B4E2-0D9145D087A9}" srcOrd="2" destOrd="0" presId="urn:microsoft.com/office/officeart/2008/layout/VerticalAccentList"/>
    <dgm:cxn modelId="{EB9F7C6C-CD28-41D6-99C2-5D2D59C0F402}" type="presParOf" srcId="{472BAE82-2D17-4A2A-AF5E-65BB8502B4DD}" destId="{DB914786-84CB-4888-A88F-ABD4E350FB1F}" srcOrd="3" destOrd="0" presId="urn:microsoft.com/office/officeart/2008/layout/VerticalAccentList"/>
    <dgm:cxn modelId="{AB23084A-A3B6-49C2-87DF-AC004CD1F1F6}" type="presParOf" srcId="{DB914786-84CB-4888-A88F-ABD4E350FB1F}" destId="{662D6514-551D-411F-831F-DE023E643308}" srcOrd="0" destOrd="0" presId="urn:microsoft.com/office/officeart/2008/layout/VerticalAccentList"/>
    <dgm:cxn modelId="{2BE43CAD-E8F0-45EC-883D-CFFAC3AB1A5C}" type="presParOf" srcId="{472BAE82-2D17-4A2A-AF5E-65BB8502B4DD}" destId="{F02B8556-9F47-4B27-8804-F2636D29D887}" srcOrd="4" destOrd="0" presId="urn:microsoft.com/office/officeart/2008/layout/VerticalAccentList"/>
    <dgm:cxn modelId="{898210D0-6FE0-459E-A2EA-E14CE21C1828}" type="presParOf" srcId="{F02B8556-9F47-4B27-8804-F2636D29D887}" destId="{A8F792FA-8659-49F3-BEA2-D8C1610FC8E1}" srcOrd="0" destOrd="0" presId="urn:microsoft.com/office/officeart/2008/layout/VerticalAccentList"/>
    <dgm:cxn modelId="{9B754C7D-F761-4D80-8BC9-270FA33D88C7}" type="presParOf" srcId="{F02B8556-9F47-4B27-8804-F2636D29D887}" destId="{3C803B6A-AA45-4651-96C9-75E738163357}" srcOrd="1" destOrd="0" presId="urn:microsoft.com/office/officeart/2008/layout/VerticalAccentList"/>
    <dgm:cxn modelId="{5066536C-C2E7-4C54-B349-89A45687113F}" type="presParOf" srcId="{F02B8556-9F47-4B27-8804-F2636D29D887}" destId="{2614AD03-1CD3-4AAE-9600-36E981BD9789}" srcOrd="2" destOrd="0" presId="urn:microsoft.com/office/officeart/2008/layout/VerticalAccentList"/>
    <dgm:cxn modelId="{91D7951C-2BC3-4433-957A-297C0EB7481D}" type="presParOf" srcId="{F02B8556-9F47-4B27-8804-F2636D29D887}" destId="{6720A548-B312-4567-A3DA-9D5ECD8D6A87}" srcOrd="3" destOrd="0" presId="urn:microsoft.com/office/officeart/2008/layout/VerticalAccentList"/>
    <dgm:cxn modelId="{4B26A248-A06B-4425-A6AC-7E93A68A0955}" type="presParOf" srcId="{F02B8556-9F47-4B27-8804-F2636D29D887}" destId="{84DECD9E-C647-4EE7-B427-E5B276D0F508}" srcOrd="4" destOrd="0" presId="urn:microsoft.com/office/officeart/2008/layout/VerticalAccentList"/>
    <dgm:cxn modelId="{4418C4BF-BDEF-496E-8BDA-87E385AEAB32}" type="presParOf" srcId="{F02B8556-9F47-4B27-8804-F2636D29D887}" destId="{FA0C35F8-8BFD-4796-94A1-58753866B72B}" srcOrd="5" destOrd="0" presId="urn:microsoft.com/office/officeart/2008/layout/VerticalAccentList"/>
    <dgm:cxn modelId="{45E353A8-807A-460D-849C-627200228CCC}" type="presParOf" srcId="{F02B8556-9F47-4B27-8804-F2636D29D887}" destId="{066C5750-A95C-465F-A4C8-B95EA90A723F}" srcOrd="6" destOrd="0" presId="urn:microsoft.com/office/officeart/2008/layout/VerticalAccentList"/>
    <dgm:cxn modelId="{4D21B944-DFF3-4387-B510-6C73DA1C02F9}" type="presParOf" srcId="{F02B8556-9F47-4B27-8804-F2636D29D887}" destId="{12280030-4E3A-4B96-B3A4-DC36B0464180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6FD5D1-7518-4374-8DC6-C55823AA3C39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C4E629D2-DE4D-4888-AB00-58978E4CEF33}">
      <dgm:prSet/>
      <dgm:spPr/>
      <dgm:t>
        <a:bodyPr/>
        <a:lstStyle/>
        <a:p>
          <a:r>
            <a:rPr lang="en-US" dirty="0" smtClean="0"/>
            <a:t>Create a </a:t>
          </a:r>
          <a:r>
            <a:rPr lang="en-US" smtClean="0"/>
            <a:t>database </a:t>
          </a:r>
          <a:r>
            <a:rPr lang="en-US" b="1" smtClean="0"/>
            <a:t>Student </a:t>
          </a:r>
          <a:r>
            <a:rPr lang="en-US" b="1" dirty="0" smtClean="0"/>
            <a:t>Management System.</a:t>
          </a:r>
        </a:p>
      </dgm:t>
    </dgm:pt>
    <dgm:pt modelId="{78E7D5EC-5773-4B91-A3D0-A9A939F466F4}" type="parTrans" cxnId="{A1E895D5-4FCB-4BF0-99B2-F18B89773AB4}">
      <dgm:prSet/>
      <dgm:spPr/>
      <dgm:t>
        <a:bodyPr/>
        <a:lstStyle/>
        <a:p>
          <a:endParaRPr lang="en-US"/>
        </a:p>
      </dgm:t>
    </dgm:pt>
    <dgm:pt modelId="{42BA4FD2-312A-4C0C-8DB7-002020951CD4}" type="sibTrans" cxnId="{A1E895D5-4FCB-4BF0-99B2-F18B89773AB4}">
      <dgm:prSet/>
      <dgm:spPr/>
      <dgm:t>
        <a:bodyPr/>
        <a:lstStyle/>
        <a:p>
          <a:endParaRPr lang="en-US"/>
        </a:p>
      </dgm:t>
    </dgm:pt>
    <dgm:pt modelId="{3A88A9EF-DADF-4F6D-B04E-BA67D7E5AA36}">
      <dgm:prSet/>
      <dgm:spPr/>
      <dgm:t>
        <a:bodyPr/>
        <a:lstStyle/>
        <a:p>
          <a:r>
            <a:rPr lang="en-US" dirty="0" smtClean="0"/>
            <a:t>Create </a:t>
          </a:r>
          <a:r>
            <a:rPr lang="en-US" b="1" dirty="0" smtClean="0"/>
            <a:t>Student Info Query</a:t>
          </a:r>
          <a:r>
            <a:rPr lang="en-US" dirty="0" smtClean="0"/>
            <a:t> for Students in the following:</a:t>
          </a:r>
          <a:endParaRPr lang="en-US" dirty="0" smtClean="0"/>
        </a:p>
      </dgm:t>
    </dgm:pt>
    <dgm:pt modelId="{3361E4CE-1FA7-4CFD-B6B8-CF907C68096C}" type="parTrans" cxnId="{6CB3797C-137C-432D-BA83-79858EC4256D}">
      <dgm:prSet/>
      <dgm:spPr/>
      <dgm:t>
        <a:bodyPr/>
        <a:lstStyle/>
        <a:p>
          <a:endParaRPr lang="en-US"/>
        </a:p>
      </dgm:t>
    </dgm:pt>
    <dgm:pt modelId="{F53DAE00-592A-4197-854D-53D7D7DEC8D4}" type="sibTrans" cxnId="{6CB3797C-137C-432D-BA83-79858EC4256D}">
      <dgm:prSet/>
      <dgm:spPr/>
      <dgm:t>
        <a:bodyPr/>
        <a:lstStyle/>
        <a:p>
          <a:endParaRPr lang="en-US"/>
        </a:p>
      </dgm:t>
    </dgm:pt>
    <dgm:pt modelId="{AACE7257-D3B2-4333-8E7B-03568B5503A2}">
      <dgm:prSet/>
      <dgm:spPr/>
      <dgm:t>
        <a:bodyPr/>
        <a:lstStyle/>
        <a:p>
          <a:r>
            <a:rPr lang="en-US" dirty="0" smtClean="0"/>
            <a:t>Insert the Student_Info.xlsx from the e-learning portal.</a:t>
          </a:r>
          <a:endParaRPr lang="en-US" dirty="0" smtClean="0"/>
        </a:p>
      </dgm:t>
    </dgm:pt>
    <dgm:pt modelId="{7A44BBAF-ACEE-4214-8968-B53C467B8729}" type="parTrans" cxnId="{324775EF-1FD4-4DA4-9212-52E0B35F7A8D}">
      <dgm:prSet/>
      <dgm:spPr/>
      <dgm:t>
        <a:bodyPr/>
        <a:lstStyle/>
        <a:p>
          <a:endParaRPr lang="en-US"/>
        </a:p>
      </dgm:t>
    </dgm:pt>
    <dgm:pt modelId="{90F1873E-9592-418E-93AF-923C3C408A8D}" type="sibTrans" cxnId="{324775EF-1FD4-4DA4-9212-52E0B35F7A8D}">
      <dgm:prSet/>
      <dgm:spPr/>
      <dgm:t>
        <a:bodyPr/>
        <a:lstStyle/>
        <a:p>
          <a:endParaRPr lang="en-US"/>
        </a:p>
      </dgm:t>
    </dgm:pt>
    <dgm:pt modelId="{120220FC-0DA9-4E84-B6E7-786C4218B461}">
      <dgm:prSet/>
      <dgm:spPr>
        <a:solidFill>
          <a:srgbClr val="FF0000"/>
        </a:solidFill>
      </dgm:spPr>
      <dgm:t>
        <a:bodyPr/>
        <a:lstStyle/>
        <a:p>
          <a:r>
            <a:rPr lang="en-US" dirty="0" smtClean="0"/>
            <a:t>Generate the corresponding Reports from the 8 queries above.</a:t>
          </a:r>
          <a:endParaRPr lang="en-US" dirty="0"/>
        </a:p>
      </dgm:t>
    </dgm:pt>
    <dgm:pt modelId="{AA82CE6F-4A1D-4DC2-9277-098D865677C8}" type="parTrans" cxnId="{83500D71-DEF8-4B52-9D54-8D6B51606184}">
      <dgm:prSet/>
      <dgm:spPr/>
      <dgm:t>
        <a:bodyPr/>
        <a:lstStyle/>
        <a:p>
          <a:endParaRPr lang="en-US"/>
        </a:p>
      </dgm:t>
    </dgm:pt>
    <dgm:pt modelId="{77FC1174-365F-4B92-82F3-ECF9876787B4}" type="sibTrans" cxnId="{83500D71-DEF8-4B52-9D54-8D6B51606184}">
      <dgm:prSet/>
      <dgm:spPr/>
      <dgm:t>
        <a:bodyPr/>
        <a:lstStyle/>
        <a:p>
          <a:endParaRPr lang="en-US"/>
        </a:p>
      </dgm:t>
    </dgm:pt>
    <dgm:pt modelId="{885C7FB4-5293-4A1A-A2F4-753E5C7C03F9}">
      <dgm:prSet/>
      <dgm:spPr/>
      <dgm:t>
        <a:bodyPr/>
        <a:lstStyle/>
        <a:p>
          <a:r>
            <a:rPr lang="en-US" dirty="0" smtClean="0"/>
            <a:t>CSC100 Level Query</a:t>
          </a:r>
          <a:endParaRPr lang="en-US" dirty="0"/>
        </a:p>
      </dgm:t>
    </dgm:pt>
    <dgm:pt modelId="{B01A966D-53B2-4FD8-B029-BCC5E7DBE983}" type="parTrans" cxnId="{F5523FCB-CBC4-406D-81E3-4FADA409C025}">
      <dgm:prSet/>
      <dgm:spPr/>
      <dgm:t>
        <a:bodyPr/>
        <a:lstStyle/>
        <a:p>
          <a:endParaRPr lang="en-US"/>
        </a:p>
      </dgm:t>
    </dgm:pt>
    <dgm:pt modelId="{53518A8E-230D-425B-B1D7-942686334FED}" type="sibTrans" cxnId="{F5523FCB-CBC4-406D-81E3-4FADA409C025}">
      <dgm:prSet/>
      <dgm:spPr/>
      <dgm:t>
        <a:bodyPr/>
        <a:lstStyle/>
        <a:p>
          <a:endParaRPr lang="en-US"/>
        </a:p>
      </dgm:t>
    </dgm:pt>
    <dgm:pt modelId="{86999BD4-2473-478B-903A-9CE74093597D}">
      <dgm:prSet/>
      <dgm:spPr/>
      <dgm:t>
        <a:bodyPr/>
        <a:lstStyle/>
        <a:p>
          <a:r>
            <a:rPr lang="en-US" dirty="0" smtClean="0"/>
            <a:t>CSC 200 Level Query </a:t>
          </a:r>
          <a:endParaRPr lang="en-US" dirty="0"/>
        </a:p>
      </dgm:t>
    </dgm:pt>
    <dgm:pt modelId="{E99D8953-8920-41DC-B199-53BF68760BE9}" type="parTrans" cxnId="{A3140583-3F87-4795-92BB-89C289E5A4EC}">
      <dgm:prSet/>
      <dgm:spPr/>
      <dgm:t>
        <a:bodyPr/>
        <a:lstStyle/>
        <a:p>
          <a:endParaRPr lang="en-US"/>
        </a:p>
      </dgm:t>
    </dgm:pt>
    <dgm:pt modelId="{1FA06C5A-D9EE-4C7B-9EF1-406BB1F77867}" type="sibTrans" cxnId="{A3140583-3F87-4795-92BB-89C289E5A4EC}">
      <dgm:prSet/>
      <dgm:spPr/>
      <dgm:t>
        <a:bodyPr/>
        <a:lstStyle/>
        <a:p>
          <a:endParaRPr lang="en-US"/>
        </a:p>
      </dgm:t>
    </dgm:pt>
    <dgm:pt modelId="{E9EBCC8C-E218-4400-9ECC-2DF1B2203D79}">
      <dgm:prSet/>
      <dgm:spPr/>
      <dgm:t>
        <a:bodyPr/>
        <a:lstStyle/>
        <a:p>
          <a:r>
            <a:rPr lang="en-US" dirty="0" smtClean="0"/>
            <a:t>MEE 100 Level Query</a:t>
          </a:r>
          <a:endParaRPr lang="en-US" dirty="0"/>
        </a:p>
      </dgm:t>
    </dgm:pt>
    <dgm:pt modelId="{99566F56-4D26-4415-9FF6-B476E9AC009C}" type="parTrans" cxnId="{945C2FC3-088D-4B47-8C77-6018896FE1E0}">
      <dgm:prSet/>
      <dgm:spPr/>
      <dgm:t>
        <a:bodyPr/>
        <a:lstStyle/>
        <a:p>
          <a:endParaRPr lang="en-US"/>
        </a:p>
      </dgm:t>
    </dgm:pt>
    <dgm:pt modelId="{F7B28A62-ABA8-41C9-B814-3FF0799851D5}" type="sibTrans" cxnId="{945C2FC3-088D-4B47-8C77-6018896FE1E0}">
      <dgm:prSet/>
      <dgm:spPr/>
      <dgm:t>
        <a:bodyPr/>
        <a:lstStyle/>
        <a:p>
          <a:endParaRPr lang="en-US"/>
        </a:p>
      </dgm:t>
    </dgm:pt>
    <dgm:pt modelId="{C4E660A1-1707-489E-AA7D-5F1E738F4618}">
      <dgm:prSet/>
      <dgm:spPr/>
      <dgm:t>
        <a:bodyPr/>
        <a:lstStyle/>
        <a:p>
          <a:r>
            <a:rPr lang="en-US" dirty="0" smtClean="0"/>
            <a:t>MEE 200 Level Query</a:t>
          </a:r>
          <a:endParaRPr lang="en-US" dirty="0"/>
        </a:p>
      </dgm:t>
    </dgm:pt>
    <dgm:pt modelId="{7BB5F8B0-F38E-44E8-AB0B-ECAC3E6FC937}" type="parTrans" cxnId="{6E33D784-A48D-4668-9ED7-8DD6834F92E0}">
      <dgm:prSet/>
      <dgm:spPr/>
      <dgm:t>
        <a:bodyPr/>
        <a:lstStyle/>
        <a:p>
          <a:endParaRPr lang="en-US"/>
        </a:p>
      </dgm:t>
    </dgm:pt>
    <dgm:pt modelId="{C8021766-C7A3-4AAD-A8AB-FD9DFFF9E7F7}" type="sibTrans" cxnId="{6E33D784-A48D-4668-9ED7-8DD6834F92E0}">
      <dgm:prSet/>
      <dgm:spPr/>
      <dgm:t>
        <a:bodyPr/>
        <a:lstStyle/>
        <a:p>
          <a:endParaRPr lang="en-US"/>
        </a:p>
      </dgm:t>
    </dgm:pt>
    <dgm:pt modelId="{1FD84119-1D25-48B5-BD72-D0B3164C58B4}">
      <dgm:prSet/>
      <dgm:spPr/>
      <dgm:t>
        <a:bodyPr/>
        <a:lstStyle/>
        <a:p>
          <a:r>
            <a:rPr lang="en-US" dirty="0" smtClean="0"/>
            <a:t>EEE 100 Level Query</a:t>
          </a:r>
          <a:endParaRPr lang="en-US" dirty="0"/>
        </a:p>
      </dgm:t>
    </dgm:pt>
    <dgm:pt modelId="{E28D0CB1-944B-4F96-A68D-92344696C23F}" type="parTrans" cxnId="{946AF72E-0E52-4217-902F-035699D51FA7}">
      <dgm:prSet/>
      <dgm:spPr/>
      <dgm:t>
        <a:bodyPr/>
        <a:lstStyle/>
        <a:p>
          <a:endParaRPr lang="en-US"/>
        </a:p>
      </dgm:t>
    </dgm:pt>
    <dgm:pt modelId="{D621D4F4-5829-443E-BC69-8BDDA56B459C}" type="sibTrans" cxnId="{946AF72E-0E52-4217-902F-035699D51FA7}">
      <dgm:prSet/>
      <dgm:spPr/>
      <dgm:t>
        <a:bodyPr/>
        <a:lstStyle/>
        <a:p>
          <a:endParaRPr lang="en-US"/>
        </a:p>
      </dgm:t>
    </dgm:pt>
    <dgm:pt modelId="{CE6C74F3-82EA-4F33-AC89-A0AF4776BD28}">
      <dgm:prSet/>
      <dgm:spPr/>
      <dgm:t>
        <a:bodyPr/>
        <a:lstStyle/>
        <a:p>
          <a:r>
            <a:rPr lang="en-US" dirty="0" smtClean="0"/>
            <a:t>EEE 200 Level Query</a:t>
          </a:r>
          <a:endParaRPr lang="en-US" dirty="0"/>
        </a:p>
      </dgm:t>
    </dgm:pt>
    <dgm:pt modelId="{7A3EFE51-CA29-45B4-AE35-13B4E5C10B9F}" type="parTrans" cxnId="{EAFD4642-71F5-4836-8C52-7E994416A961}">
      <dgm:prSet/>
      <dgm:spPr/>
      <dgm:t>
        <a:bodyPr/>
        <a:lstStyle/>
        <a:p>
          <a:endParaRPr lang="en-US"/>
        </a:p>
      </dgm:t>
    </dgm:pt>
    <dgm:pt modelId="{7958FA8F-47AA-4173-96A0-83355BB81813}" type="sibTrans" cxnId="{EAFD4642-71F5-4836-8C52-7E994416A961}">
      <dgm:prSet/>
      <dgm:spPr/>
      <dgm:t>
        <a:bodyPr/>
        <a:lstStyle/>
        <a:p>
          <a:endParaRPr lang="en-US"/>
        </a:p>
      </dgm:t>
    </dgm:pt>
    <dgm:pt modelId="{1B6DE576-9BA5-4911-B148-56BA3E16CE5E}">
      <dgm:prSet/>
      <dgm:spPr/>
      <dgm:t>
        <a:bodyPr/>
        <a:lstStyle/>
        <a:p>
          <a:r>
            <a:rPr lang="en-US" dirty="0" smtClean="0"/>
            <a:t>100 Level Students Query</a:t>
          </a:r>
          <a:endParaRPr lang="en-US" dirty="0"/>
        </a:p>
      </dgm:t>
    </dgm:pt>
    <dgm:pt modelId="{3C6C4113-7F8B-44EE-A3E1-7CF340AA23F0}" type="parTrans" cxnId="{374E646A-B5F5-4676-A8CA-4EA071F93F0D}">
      <dgm:prSet/>
      <dgm:spPr/>
      <dgm:t>
        <a:bodyPr/>
        <a:lstStyle/>
        <a:p>
          <a:endParaRPr lang="en-US"/>
        </a:p>
      </dgm:t>
    </dgm:pt>
    <dgm:pt modelId="{87F40140-412F-43A2-B3E9-A6E80F8EEAF3}" type="sibTrans" cxnId="{374E646A-B5F5-4676-A8CA-4EA071F93F0D}">
      <dgm:prSet/>
      <dgm:spPr/>
      <dgm:t>
        <a:bodyPr/>
        <a:lstStyle/>
        <a:p>
          <a:endParaRPr lang="en-US"/>
        </a:p>
      </dgm:t>
    </dgm:pt>
    <dgm:pt modelId="{2B68BC13-18A7-4DC5-A44B-DB97298243CF}">
      <dgm:prSet/>
      <dgm:spPr/>
      <dgm:t>
        <a:bodyPr/>
        <a:lstStyle/>
        <a:p>
          <a:r>
            <a:rPr lang="en-US" dirty="0" smtClean="0"/>
            <a:t>200 Level Students Query</a:t>
          </a:r>
          <a:endParaRPr lang="en-US" dirty="0"/>
        </a:p>
      </dgm:t>
    </dgm:pt>
    <dgm:pt modelId="{5D1DE1F0-B423-48A8-A4A8-5BCD279DD215}" type="parTrans" cxnId="{8CB69417-7953-45CC-8A50-46C395B337C8}">
      <dgm:prSet/>
      <dgm:spPr/>
      <dgm:t>
        <a:bodyPr/>
        <a:lstStyle/>
        <a:p>
          <a:endParaRPr lang="en-US"/>
        </a:p>
      </dgm:t>
    </dgm:pt>
    <dgm:pt modelId="{FA9A0503-8C38-4205-B5D5-F319CCDBDE1F}" type="sibTrans" cxnId="{8CB69417-7953-45CC-8A50-46C395B337C8}">
      <dgm:prSet/>
      <dgm:spPr/>
      <dgm:t>
        <a:bodyPr/>
        <a:lstStyle/>
        <a:p>
          <a:endParaRPr lang="en-US"/>
        </a:p>
      </dgm:t>
    </dgm:pt>
    <dgm:pt modelId="{1BB1D824-12C9-42F8-8733-66EFE1667A83}" type="pres">
      <dgm:prSet presAssocID="{E66FD5D1-7518-4374-8DC6-C55823AA3C3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419CBE8-D804-4A34-9BA0-5BF23A26D50F}" type="pres">
      <dgm:prSet presAssocID="{C4E629D2-DE4D-4888-AB00-58978E4CEF33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EA0F6B-5451-45B3-A932-DD56A8289BAF}" type="pres">
      <dgm:prSet presAssocID="{C4E629D2-DE4D-4888-AB00-58978E4CEF33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DD57C9-1E31-4907-932E-169624C0E3A1}" type="pres">
      <dgm:prSet presAssocID="{3A88A9EF-DADF-4F6D-B04E-BA67D7E5AA36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9A5686-7436-442F-AD93-FC917679A6B0}" type="pres">
      <dgm:prSet presAssocID="{3A88A9EF-DADF-4F6D-B04E-BA67D7E5AA36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E6D0E8-0B8A-461F-BC28-0EA2F605F4B6}" type="pres">
      <dgm:prSet presAssocID="{120220FC-0DA9-4E84-B6E7-786C4218B461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03BC5E1-EB50-43E6-8DE8-85576906D28B}" type="presOf" srcId="{E9EBCC8C-E218-4400-9ECC-2DF1B2203D79}" destId="{C09A5686-7436-442F-AD93-FC917679A6B0}" srcOrd="0" destOrd="2" presId="urn:microsoft.com/office/officeart/2005/8/layout/vList2"/>
    <dgm:cxn modelId="{F5523FCB-CBC4-406D-81E3-4FADA409C025}" srcId="{3A88A9EF-DADF-4F6D-B04E-BA67D7E5AA36}" destId="{885C7FB4-5293-4A1A-A2F4-753E5C7C03F9}" srcOrd="0" destOrd="0" parTransId="{B01A966D-53B2-4FD8-B029-BCC5E7DBE983}" sibTransId="{53518A8E-230D-425B-B1D7-942686334FED}"/>
    <dgm:cxn modelId="{6E33D784-A48D-4668-9ED7-8DD6834F92E0}" srcId="{3A88A9EF-DADF-4F6D-B04E-BA67D7E5AA36}" destId="{C4E660A1-1707-489E-AA7D-5F1E738F4618}" srcOrd="3" destOrd="0" parTransId="{7BB5F8B0-F38E-44E8-AB0B-ECAC3E6FC937}" sibTransId="{C8021766-C7A3-4AAD-A8AB-FD9DFFF9E7F7}"/>
    <dgm:cxn modelId="{374E646A-B5F5-4676-A8CA-4EA071F93F0D}" srcId="{3A88A9EF-DADF-4F6D-B04E-BA67D7E5AA36}" destId="{1B6DE576-9BA5-4911-B148-56BA3E16CE5E}" srcOrd="6" destOrd="0" parTransId="{3C6C4113-7F8B-44EE-A3E1-7CF340AA23F0}" sibTransId="{87F40140-412F-43A2-B3E9-A6E80F8EEAF3}"/>
    <dgm:cxn modelId="{4E0A9C81-41D5-4E53-9842-0ABD7B58D529}" type="presOf" srcId="{C4E629D2-DE4D-4888-AB00-58978E4CEF33}" destId="{2419CBE8-D804-4A34-9BA0-5BF23A26D50F}" srcOrd="0" destOrd="0" presId="urn:microsoft.com/office/officeart/2005/8/layout/vList2"/>
    <dgm:cxn modelId="{A3140583-3F87-4795-92BB-89C289E5A4EC}" srcId="{3A88A9EF-DADF-4F6D-B04E-BA67D7E5AA36}" destId="{86999BD4-2473-478B-903A-9CE74093597D}" srcOrd="1" destOrd="0" parTransId="{E99D8953-8920-41DC-B199-53BF68760BE9}" sibTransId="{1FA06C5A-D9EE-4C7B-9EF1-406BB1F77867}"/>
    <dgm:cxn modelId="{3C8295A4-093B-4B85-8D3E-ADA08AD764EE}" type="presOf" srcId="{AACE7257-D3B2-4333-8E7B-03568B5503A2}" destId="{43EA0F6B-5451-45B3-A932-DD56A8289BAF}" srcOrd="0" destOrd="0" presId="urn:microsoft.com/office/officeart/2005/8/layout/vList2"/>
    <dgm:cxn modelId="{A7D7C920-C1C5-4E73-9100-D31E2E735FFE}" type="presOf" srcId="{885C7FB4-5293-4A1A-A2F4-753E5C7C03F9}" destId="{C09A5686-7436-442F-AD93-FC917679A6B0}" srcOrd="0" destOrd="0" presId="urn:microsoft.com/office/officeart/2005/8/layout/vList2"/>
    <dgm:cxn modelId="{83500D71-DEF8-4B52-9D54-8D6B51606184}" srcId="{E66FD5D1-7518-4374-8DC6-C55823AA3C39}" destId="{120220FC-0DA9-4E84-B6E7-786C4218B461}" srcOrd="2" destOrd="0" parTransId="{AA82CE6F-4A1D-4DC2-9277-098D865677C8}" sibTransId="{77FC1174-365F-4B92-82F3-ECF9876787B4}"/>
    <dgm:cxn modelId="{A1E895D5-4FCB-4BF0-99B2-F18B89773AB4}" srcId="{E66FD5D1-7518-4374-8DC6-C55823AA3C39}" destId="{C4E629D2-DE4D-4888-AB00-58978E4CEF33}" srcOrd="0" destOrd="0" parTransId="{78E7D5EC-5773-4B91-A3D0-A9A939F466F4}" sibTransId="{42BA4FD2-312A-4C0C-8DB7-002020951CD4}"/>
    <dgm:cxn modelId="{8CB69417-7953-45CC-8A50-46C395B337C8}" srcId="{3A88A9EF-DADF-4F6D-B04E-BA67D7E5AA36}" destId="{2B68BC13-18A7-4DC5-A44B-DB97298243CF}" srcOrd="7" destOrd="0" parTransId="{5D1DE1F0-B423-48A8-A4A8-5BCD279DD215}" sibTransId="{FA9A0503-8C38-4205-B5D5-F319CCDBDE1F}"/>
    <dgm:cxn modelId="{7F0837FD-4F33-406F-BF2B-6973C9A28BF1}" type="presOf" srcId="{86999BD4-2473-478B-903A-9CE74093597D}" destId="{C09A5686-7436-442F-AD93-FC917679A6B0}" srcOrd="0" destOrd="1" presId="urn:microsoft.com/office/officeart/2005/8/layout/vList2"/>
    <dgm:cxn modelId="{84610783-3E14-4700-A02A-149F21289372}" type="presOf" srcId="{2B68BC13-18A7-4DC5-A44B-DB97298243CF}" destId="{C09A5686-7436-442F-AD93-FC917679A6B0}" srcOrd="0" destOrd="7" presId="urn:microsoft.com/office/officeart/2005/8/layout/vList2"/>
    <dgm:cxn modelId="{F3337F22-0209-4C08-900A-5CA2E0048DD0}" type="presOf" srcId="{CE6C74F3-82EA-4F33-AC89-A0AF4776BD28}" destId="{C09A5686-7436-442F-AD93-FC917679A6B0}" srcOrd="0" destOrd="5" presId="urn:microsoft.com/office/officeart/2005/8/layout/vList2"/>
    <dgm:cxn modelId="{74F765EA-453F-410C-8DB2-0FB8F2300746}" type="presOf" srcId="{3A88A9EF-DADF-4F6D-B04E-BA67D7E5AA36}" destId="{93DD57C9-1E31-4907-932E-169624C0E3A1}" srcOrd="0" destOrd="0" presId="urn:microsoft.com/office/officeart/2005/8/layout/vList2"/>
    <dgm:cxn modelId="{3147D8EE-6170-4672-8273-E7C65024C6CB}" type="presOf" srcId="{C4E660A1-1707-489E-AA7D-5F1E738F4618}" destId="{C09A5686-7436-442F-AD93-FC917679A6B0}" srcOrd="0" destOrd="3" presId="urn:microsoft.com/office/officeart/2005/8/layout/vList2"/>
    <dgm:cxn modelId="{104784B7-240F-4BE1-A180-D672B39ED620}" type="presOf" srcId="{1FD84119-1D25-48B5-BD72-D0B3164C58B4}" destId="{C09A5686-7436-442F-AD93-FC917679A6B0}" srcOrd="0" destOrd="4" presId="urn:microsoft.com/office/officeart/2005/8/layout/vList2"/>
    <dgm:cxn modelId="{324775EF-1FD4-4DA4-9212-52E0B35F7A8D}" srcId="{C4E629D2-DE4D-4888-AB00-58978E4CEF33}" destId="{AACE7257-D3B2-4333-8E7B-03568B5503A2}" srcOrd="0" destOrd="0" parTransId="{7A44BBAF-ACEE-4214-8968-B53C467B8729}" sibTransId="{90F1873E-9592-418E-93AF-923C3C408A8D}"/>
    <dgm:cxn modelId="{6CB3797C-137C-432D-BA83-79858EC4256D}" srcId="{E66FD5D1-7518-4374-8DC6-C55823AA3C39}" destId="{3A88A9EF-DADF-4F6D-B04E-BA67D7E5AA36}" srcOrd="1" destOrd="0" parTransId="{3361E4CE-1FA7-4CFD-B6B8-CF907C68096C}" sibTransId="{F53DAE00-592A-4197-854D-53D7D7DEC8D4}"/>
    <dgm:cxn modelId="{945C2FC3-088D-4B47-8C77-6018896FE1E0}" srcId="{3A88A9EF-DADF-4F6D-B04E-BA67D7E5AA36}" destId="{E9EBCC8C-E218-4400-9ECC-2DF1B2203D79}" srcOrd="2" destOrd="0" parTransId="{99566F56-4D26-4415-9FF6-B476E9AC009C}" sibTransId="{F7B28A62-ABA8-41C9-B814-3FF0799851D5}"/>
    <dgm:cxn modelId="{4A1E4582-4E6A-4A2C-BA5E-2A9CD190416E}" type="presOf" srcId="{1B6DE576-9BA5-4911-B148-56BA3E16CE5E}" destId="{C09A5686-7436-442F-AD93-FC917679A6B0}" srcOrd="0" destOrd="6" presId="urn:microsoft.com/office/officeart/2005/8/layout/vList2"/>
    <dgm:cxn modelId="{EAFD4642-71F5-4836-8C52-7E994416A961}" srcId="{3A88A9EF-DADF-4F6D-B04E-BA67D7E5AA36}" destId="{CE6C74F3-82EA-4F33-AC89-A0AF4776BD28}" srcOrd="5" destOrd="0" parTransId="{7A3EFE51-CA29-45B4-AE35-13B4E5C10B9F}" sibTransId="{7958FA8F-47AA-4173-96A0-83355BB81813}"/>
    <dgm:cxn modelId="{6B751EF0-D4AC-47D5-8A33-907513610975}" type="presOf" srcId="{120220FC-0DA9-4E84-B6E7-786C4218B461}" destId="{4EE6D0E8-0B8A-461F-BC28-0EA2F605F4B6}" srcOrd="0" destOrd="0" presId="urn:microsoft.com/office/officeart/2005/8/layout/vList2"/>
    <dgm:cxn modelId="{946AF72E-0E52-4217-902F-035699D51FA7}" srcId="{3A88A9EF-DADF-4F6D-B04E-BA67D7E5AA36}" destId="{1FD84119-1D25-48B5-BD72-D0B3164C58B4}" srcOrd="4" destOrd="0" parTransId="{E28D0CB1-944B-4F96-A68D-92344696C23F}" sibTransId="{D621D4F4-5829-443E-BC69-8BDDA56B459C}"/>
    <dgm:cxn modelId="{FA894DA1-E8B2-4E58-8913-EF99072299C2}" type="presOf" srcId="{E66FD5D1-7518-4374-8DC6-C55823AA3C39}" destId="{1BB1D824-12C9-42F8-8733-66EFE1667A83}" srcOrd="0" destOrd="0" presId="urn:microsoft.com/office/officeart/2005/8/layout/vList2"/>
    <dgm:cxn modelId="{DEC5B2C9-3650-4DA4-AA0A-5916EBF00D7B}" type="presParOf" srcId="{1BB1D824-12C9-42F8-8733-66EFE1667A83}" destId="{2419CBE8-D804-4A34-9BA0-5BF23A26D50F}" srcOrd="0" destOrd="0" presId="urn:microsoft.com/office/officeart/2005/8/layout/vList2"/>
    <dgm:cxn modelId="{B626F309-BC2D-4F40-8E80-AACC548F2A01}" type="presParOf" srcId="{1BB1D824-12C9-42F8-8733-66EFE1667A83}" destId="{43EA0F6B-5451-45B3-A932-DD56A8289BAF}" srcOrd="1" destOrd="0" presId="urn:microsoft.com/office/officeart/2005/8/layout/vList2"/>
    <dgm:cxn modelId="{13DB7329-CD7B-40DE-804C-C343B893E047}" type="presParOf" srcId="{1BB1D824-12C9-42F8-8733-66EFE1667A83}" destId="{93DD57C9-1E31-4907-932E-169624C0E3A1}" srcOrd="2" destOrd="0" presId="urn:microsoft.com/office/officeart/2005/8/layout/vList2"/>
    <dgm:cxn modelId="{6D146296-6FC2-4538-A9B9-7305C00BD666}" type="presParOf" srcId="{1BB1D824-12C9-42F8-8733-66EFE1667A83}" destId="{C09A5686-7436-442F-AD93-FC917679A6B0}" srcOrd="3" destOrd="0" presId="urn:microsoft.com/office/officeart/2005/8/layout/vList2"/>
    <dgm:cxn modelId="{EAB36320-4D66-4648-90D6-A175FBF807AB}" type="presParOf" srcId="{1BB1D824-12C9-42F8-8733-66EFE1667A83}" destId="{4EE6D0E8-0B8A-461F-BC28-0EA2F605F4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91E26-D798-4CCF-8C00-AD9BB1B705E8}">
      <dsp:nvSpPr>
        <dsp:cNvPr id="0" name=""/>
        <dsp:cNvSpPr/>
      </dsp:nvSpPr>
      <dsp:spPr>
        <a:xfrm>
          <a:off x="-264438" y="1578785"/>
          <a:ext cx="10212185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5FDF4-5CA4-412D-BA38-876FF6FB2448}">
      <dsp:nvSpPr>
        <dsp:cNvPr id="0" name=""/>
        <dsp:cNvSpPr/>
      </dsp:nvSpPr>
      <dsp:spPr>
        <a:xfrm>
          <a:off x="1861851" y="790029"/>
          <a:ext cx="8614772" cy="788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Practice</a:t>
          </a:r>
          <a:endParaRPr lang="en-US" sz="3600" kern="1200" dirty="0"/>
        </a:p>
      </dsp:txBody>
      <dsp:txXfrm>
        <a:off x="1861851" y="790029"/>
        <a:ext cx="8614772" cy="788755"/>
      </dsp:txXfrm>
    </dsp:sp>
    <dsp:sp modelId="{6DABF868-F93C-4889-8649-B65D59EFCF90}">
      <dsp:nvSpPr>
        <dsp:cNvPr id="0" name=""/>
        <dsp:cNvSpPr/>
      </dsp:nvSpPr>
      <dsp:spPr>
        <a:xfrm>
          <a:off x="251393" y="790029"/>
          <a:ext cx="1623502" cy="78875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62865" rIns="62865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Week 9</a:t>
          </a:r>
          <a:endParaRPr lang="en-US" sz="3300" kern="1200" dirty="0"/>
        </a:p>
      </dsp:txBody>
      <dsp:txXfrm>
        <a:off x="289904" y="828540"/>
        <a:ext cx="1546480" cy="7502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31039-3784-4783-B2AF-8C49941DC153}">
      <dsp:nvSpPr>
        <dsp:cNvPr id="0" name=""/>
        <dsp:cNvSpPr/>
      </dsp:nvSpPr>
      <dsp:spPr>
        <a:xfrm>
          <a:off x="1052011" y="2678"/>
          <a:ext cx="3558926" cy="2135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Tables</a:t>
          </a:r>
          <a:endParaRPr lang="en-US" sz="4200" kern="1200" dirty="0"/>
        </a:p>
      </dsp:txBody>
      <dsp:txXfrm>
        <a:off x="1052011" y="2678"/>
        <a:ext cx="3558926" cy="2135356"/>
      </dsp:txXfrm>
    </dsp:sp>
    <dsp:sp modelId="{015DE18F-872D-4D9F-9D2A-64B6079E5277}">
      <dsp:nvSpPr>
        <dsp:cNvPr id="0" name=""/>
        <dsp:cNvSpPr/>
      </dsp:nvSpPr>
      <dsp:spPr>
        <a:xfrm>
          <a:off x="4966830" y="2678"/>
          <a:ext cx="3558926" cy="2135356"/>
        </a:xfrm>
        <a:prstGeom prst="rect">
          <a:avLst/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Relationships</a:t>
          </a:r>
          <a:endParaRPr lang="en-US" sz="4200" kern="1200" dirty="0"/>
        </a:p>
      </dsp:txBody>
      <dsp:txXfrm>
        <a:off x="4966830" y="2678"/>
        <a:ext cx="3558926" cy="2135356"/>
      </dsp:txXfrm>
    </dsp:sp>
    <dsp:sp modelId="{58F49316-7C46-47B8-A086-E522012A8A40}">
      <dsp:nvSpPr>
        <dsp:cNvPr id="0" name=""/>
        <dsp:cNvSpPr/>
      </dsp:nvSpPr>
      <dsp:spPr>
        <a:xfrm>
          <a:off x="3009421" y="2493927"/>
          <a:ext cx="3558926" cy="2135356"/>
        </a:xfrm>
        <a:prstGeom prst="rect">
          <a:avLst/>
        </a:prstGeom>
        <a:solidFill>
          <a:srgbClr val="00B05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Forms</a:t>
          </a:r>
          <a:endParaRPr lang="en-US" sz="4200" kern="1200" dirty="0"/>
        </a:p>
      </dsp:txBody>
      <dsp:txXfrm>
        <a:off x="3009421" y="2493927"/>
        <a:ext cx="3558926" cy="21353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BD2AC-91DB-4287-9138-7F68FEBD166A}">
      <dsp:nvSpPr>
        <dsp:cNvPr id="0" name=""/>
        <dsp:cNvSpPr/>
      </dsp:nvSpPr>
      <dsp:spPr>
        <a:xfrm rot="16200000">
          <a:off x="-794902" y="796071"/>
          <a:ext cx="4631962" cy="303981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0" tIns="0" rIns="166044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dirty="0" smtClean="0"/>
            <a:t>A database query is a request to access data from a database to manipulate it or retrieve it.</a:t>
          </a:r>
          <a:endParaRPr lang="en-US" sz="2600" kern="1200" dirty="0"/>
        </a:p>
      </dsp:txBody>
      <dsp:txXfrm rot="5400000">
        <a:off x="1170" y="926391"/>
        <a:ext cx="3039819" cy="2779178"/>
      </dsp:txXfrm>
    </dsp:sp>
    <dsp:sp modelId="{D3ABA6D5-A422-47D3-9877-731110BD6D28}">
      <dsp:nvSpPr>
        <dsp:cNvPr id="0" name=""/>
        <dsp:cNvSpPr/>
      </dsp:nvSpPr>
      <dsp:spPr>
        <a:xfrm rot="16200000">
          <a:off x="2472903" y="796071"/>
          <a:ext cx="4631962" cy="3039819"/>
        </a:xfrm>
        <a:prstGeom prst="flowChartManualOperation">
          <a:avLst/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0" tIns="0" rIns="166044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dirty="0" smtClean="0"/>
            <a:t>This allows us to perform logic with the information we get in response to the query.</a:t>
          </a:r>
          <a:endParaRPr lang="en-US" sz="2600" kern="1200" dirty="0"/>
        </a:p>
      </dsp:txBody>
      <dsp:txXfrm rot="5400000">
        <a:off x="3268975" y="926391"/>
        <a:ext cx="3039819" cy="2779178"/>
      </dsp:txXfrm>
    </dsp:sp>
    <dsp:sp modelId="{A7D02823-593D-431C-9718-3D4006085AB1}">
      <dsp:nvSpPr>
        <dsp:cNvPr id="0" name=""/>
        <dsp:cNvSpPr/>
      </dsp:nvSpPr>
      <dsp:spPr>
        <a:xfrm rot="16200000">
          <a:off x="5740709" y="796071"/>
          <a:ext cx="4631962" cy="3039819"/>
        </a:xfrm>
        <a:prstGeom prst="flowChartManualOperation">
          <a:avLst/>
        </a:prstGeom>
        <a:solidFill>
          <a:srgbClr val="00B05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0" tIns="0" rIns="166044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i="0" kern="1200" dirty="0" smtClean="0"/>
            <a:t>Queries</a:t>
          </a:r>
          <a:r>
            <a:rPr lang="en-US" sz="2600" b="0" i="0" kern="1200" dirty="0" smtClean="0"/>
            <a:t> allow you to </a:t>
          </a:r>
          <a:r>
            <a:rPr lang="en-US" sz="2600" b="1" i="0" kern="1200" dirty="0" smtClean="0"/>
            <a:t>pull information </a:t>
          </a:r>
          <a:r>
            <a:rPr lang="en-US" sz="2600" b="0" i="0" kern="1200" dirty="0" smtClean="0"/>
            <a:t>from one or more tables based on a set of search conditions you define.</a:t>
          </a:r>
          <a:endParaRPr lang="en-US" sz="2600" kern="1200" dirty="0"/>
        </a:p>
      </dsp:txBody>
      <dsp:txXfrm rot="5400000">
        <a:off x="6536781" y="926391"/>
        <a:ext cx="3039819" cy="27791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52F82-FD52-4B01-8CDA-AD9BD362821E}">
      <dsp:nvSpPr>
        <dsp:cNvPr id="0" name=""/>
        <dsp:cNvSpPr/>
      </dsp:nvSpPr>
      <dsp:spPr>
        <a:xfrm>
          <a:off x="0" y="22383"/>
          <a:ext cx="8797109" cy="149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Query</a:t>
          </a:r>
          <a:endParaRPr lang="en-US" sz="3600" kern="1200" dirty="0"/>
        </a:p>
      </dsp:txBody>
      <dsp:txXfrm>
        <a:off x="0" y="22383"/>
        <a:ext cx="8797109" cy="1497600"/>
      </dsp:txXfrm>
    </dsp:sp>
    <dsp:sp modelId="{4A3FDB88-7BE6-4EB2-AEA9-23C71E1B9EE1}">
      <dsp:nvSpPr>
        <dsp:cNvPr id="0" name=""/>
        <dsp:cNvSpPr/>
      </dsp:nvSpPr>
      <dsp:spPr>
        <a:xfrm>
          <a:off x="0" y="1486844"/>
          <a:ext cx="8797109" cy="22838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smtClean="0"/>
            <a:t>Select customer first name, last name, product name, phone number, address and date of purchase.</a:t>
          </a:r>
          <a:endParaRPr lang="en-US" sz="3600" kern="1200" dirty="0"/>
        </a:p>
      </dsp:txBody>
      <dsp:txXfrm>
        <a:off x="0" y="1486844"/>
        <a:ext cx="8797109" cy="22838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8CD5C-6961-487E-A957-272441A17AB7}">
      <dsp:nvSpPr>
        <dsp:cNvPr id="0" name=""/>
        <dsp:cNvSpPr/>
      </dsp:nvSpPr>
      <dsp:spPr>
        <a:xfrm rot="16200000">
          <a:off x="-683530" y="684787"/>
          <a:ext cx="4639234" cy="326965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6294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dirty="0" smtClean="0"/>
            <a:t>Reports allow you to organize and present your data in a reader-friendly, visually appealing format.</a:t>
          </a:r>
          <a:endParaRPr lang="en-US" sz="2300" kern="1200" dirty="0"/>
        </a:p>
      </dsp:txBody>
      <dsp:txXfrm rot="5400000">
        <a:off x="1258" y="927846"/>
        <a:ext cx="3269659" cy="2783540"/>
      </dsp:txXfrm>
    </dsp:sp>
    <dsp:sp modelId="{3B866C28-C045-44DF-9262-8983A4E9898B}">
      <dsp:nvSpPr>
        <dsp:cNvPr id="0" name=""/>
        <dsp:cNvSpPr/>
      </dsp:nvSpPr>
      <dsp:spPr>
        <a:xfrm rot="16200000">
          <a:off x="2831353" y="684787"/>
          <a:ext cx="4639234" cy="326965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6294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smtClean="0"/>
            <a:t>If you need to share information from your database with someone but don't want that person actually working with your database, consider creating a </a:t>
          </a:r>
          <a:r>
            <a:rPr lang="en-US" sz="2300" b="1" i="0" kern="1200" smtClean="0"/>
            <a:t>report</a:t>
          </a:r>
          <a:r>
            <a:rPr lang="en-US" sz="2300" b="0" i="0" kern="1200" smtClean="0"/>
            <a:t>.</a:t>
          </a:r>
          <a:endParaRPr lang="en-US" sz="2300" kern="1200" dirty="0"/>
        </a:p>
      </dsp:txBody>
      <dsp:txXfrm rot="5400000">
        <a:off x="3516141" y="927846"/>
        <a:ext cx="3269659" cy="2783540"/>
      </dsp:txXfrm>
    </dsp:sp>
    <dsp:sp modelId="{E6046B89-4ECF-4E13-B9A5-59AF9C36A2F4}">
      <dsp:nvSpPr>
        <dsp:cNvPr id="0" name=""/>
        <dsp:cNvSpPr/>
      </dsp:nvSpPr>
      <dsp:spPr>
        <a:xfrm rot="16200000">
          <a:off x="6346237" y="684787"/>
          <a:ext cx="4639234" cy="326965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6294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dirty="0" smtClean="0"/>
            <a:t>Reports give you the ability to present components of your database in an easy-to-read, printable format.</a:t>
          </a:r>
          <a:endParaRPr lang="en-US" sz="2300" kern="1200" dirty="0"/>
        </a:p>
      </dsp:txBody>
      <dsp:txXfrm rot="5400000">
        <a:off x="7031025" y="927846"/>
        <a:ext cx="3269659" cy="27835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B170D-3954-42DB-972E-1968574E5398}">
      <dsp:nvSpPr>
        <dsp:cNvPr id="0" name=""/>
        <dsp:cNvSpPr/>
      </dsp:nvSpPr>
      <dsp:spPr>
        <a:xfrm rot="5400000">
          <a:off x="-369009" y="370592"/>
          <a:ext cx="2460063" cy="1722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1</a:t>
          </a:r>
          <a:br>
            <a:rPr lang="en-US" sz="2600" kern="1200" dirty="0" smtClean="0"/>
          </a:br>
          <a:endParaRPr lang="en-US" sz="2600" kern="1200" dirty="0" smtClean="0"/>
        </a:p>
      </dsp:txBody>
      <dsp:txXfrm rot="-5400000">
        <a:off x="1" y="862604"/>
        <a:ext cx="1722044" cy="738019"/>
      </dsp:txXfrm>
    </dsp:sp>
    <dsp:sp modelId="{6EAF74A7-F319-41B4-8B32-89A94E0FC2D2}">
      <dsp:nvSpPr>
        <dsp:cNvPr id="0" name=""/>
        <dsp:cNvSpPr/>
      </dsp:nvSpPr>
      <dsp:spPr>
        <a:xfrm rot="5400000">
          <a:off x="5212472" y="-3488845"/>
          <a:ext cx="1599041" cy="857989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Create a Product Query from the TUC Shop database, for Product name, price, on-hand and sales date.</a:t>
          </a:r>
        </a:p>
      </dsp:txBody>
      <dsp:txXfrm rot="-5400000">
        <a:off x="1722045" y="79641"/>
        <a:ext cx="8501838" cy="1442923"/>
      </dsp:txXfrm>
    </dsp:sp>
    <dsp:sp modelId="{87862498-589C-4996-8C69-6DE5AA25E3DD}">
      <dsp:nvSpPr>
        <dsp:cNvPr id="0" name=""/>
        <dsp:cNvSpPr/>
      </dsp:nvSpPr>
      <dsp:spPr>
        <a:xfrm rot="5400000">
          <a:off x="-369009" y="2546598"/>
          <a:ext cx="2460063" cy="1722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2</a:t>
          </a:r>
        </a:p>
      </dsp:txBody>
      <dsp:txXfrm rot="-5400000">
        <a:off x="1" y="3038610"/>
        <a:ext cx="1722044" cy="738019"/>
      </dsp:txXfrm>
    </dsp:sp>
    <dsp:sp modelId="{CDE8D0BA-1C99-40B6-810E-E65479562CA5}">
      <dsp:nvSpPr>
        <dsp:cNvPr id="0" name=""/>
        <dsp:cNvSpPr/>
      </dsp:nvSpPr>
      <dsp:spPr>
        <a:xfrm rot="5400000">
          <a:off x="5212472" y="-1312839"/>
          <a:ext cx="1599041" cy="857989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Generate the Product Query Report</a:t>
          </a:r>
          <a:endParaRPr lang="en-US" sz="3500" kern="1200" dirty="0"/>
        </a:p>
      </dsp:txBody>
      <dsp:txXfrm rot="-5400000">
        <a:off x="1722045" y="2255647"/>
        <a:ext cx="8501838" cy="14429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B5CCC-CF26-4692-81D5-07872E43C796}">
      <dsp:nvSpPr>
        <dsp:cNvPr id="0" name=""/>
        <dsp:cNvSpPr/>
      </dsp:nvSpPr>
      <dsp:spPr>
        <a:xfrm>
          <a:off x="706352" y="954"/>
          <a:ext cx="8248595" cy="74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b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/>
          </a:r>
          <a:br>
            <a:rPr lang="en-US" sz="2200" kern="1200" dirty="0" smtClean="0"/>
          </a:br>
          <a:endParaRPr lang="en-US" sz="2200" kern="1200" dirty="0" smtClean="0"/>
        </a:p>
      </dsp:txBody>
      <dsp:txXfrm>
        <a:off x="706352" y="954"/>
        <a:ext cx="8248595" cy="749872"/>
      </dsp:txXfrm>
    </dsp:sp>
    <dsp:sp modelId="{DCC81B4A-9B98-492A-BF11-9B026238606C}">
      <dsp:nvSpPr>
        <dsp:cNvPr id="0" name=""/>
        <dsp:cNvSpPr/>
      </dsp:nvSpPr>
      <dsp:spPr>
        <a:xfrm>
          <a:off x="706352" y="750826"/>
          <a:ext cx="1930171" cy="1527517"/>
        </a:xfrm>
        <a:prstGeom prst="chevron">
          <a:avLst>
            <a:gd name="adj" fmla="val 706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3A7DF-6410-4010-83FC-96DF5CAFFA6A}">
      <dsp:nvSpPr>
        <dsp:cNvPr id="0" name=""/>
        <dsp:cNvSpPr/>
      </dsp:nvSpPr>
      <dsp:spPr>
        <a:xfrm>
          <a:off x="1865738" y="750826"/>
          <a:ext cx="1930171" cy="1527517"/>
        </a:xfrm>
        <a:prstGeom prst="chevron">
          <a:avLst>
            <a:gd name="adj" fmla="val 706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B05CC-025D-40E7-B557-48420A5FAF72}">
      <dsp:nvSpPr>
        <dsp:cNvPr id="0" name=""/>
        <dsp:cNvSpPr/>
      </dsp:nvSpPr>
      <dsp:spPr>
        <a:xfrm>
          <a:off x="3026041" y="750826"/>
          <a:ext cx="1930171" cy="1527517"/>
        </a:xfrm>
        <a:prstGeom prst="chevron">
          <a:avLst>
            <a:gd name="adj" fmla="val 706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DD863-2B35-4DCA-8B83-F16F2216CFA8}">
      <dsp:nvSpPr>
        <dsp:cNvPr id="0" name=""/>
        <dsp:cNvSpPr/>
      </dsp:nvSpPr>
      <dsp:spPr>
        <a:xfrm>
          <a:off x="4185427" y="750826"/>
          <a:ext cx="1930171" cy="1527517"/>
        </a:xfrm>
        <a:prstGeom prst="chevron">
          <a:avLst>
            <a:gd name="adj" fmla="val 70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2A596-2D87-46B3-9E06-D3B5AEE8A27D}">
      <dsp:nvSpPr>
        <dsp:cNvPr id="0" name=""/>
        <dsp:cNvSpPr/>
      </dsp:nvSpPr>
      <dsp:spPr>
        <a:xfrm>
          <a:off x="5345729" y="750826"/>
          <a:ext cx="1930171" cy="1527517"/>
        </a:xfrm>
        <a:prstGeom prst="chevron">
          <a:avLst>
            <a:gd name="adj" fmla="val 706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DAF32-905D-429E-99D9-92F4891787C9}">
      <dsp:nvSpPr>
        <dsp:cNvPr id="0" name=""/>
        <dsp:cNvSpPr/>
      </dsp:nvSpPr>
      <dsp:spPr>
        <a:xfrm>
          <a:off x="6505115" y="750826"/>
          <a:ext cx="1930171" cy="1527517"/>
        </a:xfrm>
        <a:prstGeom prst="chevron">
          <a:avLst>
            <a:gd name="adj" fmla="val 706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ECB62-7E4F-40F9-851D-22D808BD5308}">
      <dsp:nvSpPr>
        <dsp:cNvPr id="0" name=""/>
        <dsp:cNvSpPr/>
      </dsp:nvSpPr>
      <dsp:spPr>
        <a:xfrm>
          <a:off x="7665417" y="750826"/>
          <a:ext cx="1930171" cy="1527517"/>
        </a:xfrm>
        <a:prstGeom prst="chevron">
          <a:avLst>
            <a:gd name="adj" fmla="val 706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20678-A3D2-4A2C-9A5F-1050CF27B50F}">
      <dsp:nvSpPr>
        <dsp:cNvPr id="0" name=""/>
        <dsp:cNvSpPr/>
      </dsp:nvSpPr>
      <dsp:spPr>
        <a:xfrm>
          <a:off x="706352" y="903578"/>
          <a:ext cx="8355827" cy="12220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Create a Student Result Query from the developed database management system for SST, for student name, student level, course code and grade.</a:t>
          </a:r>
        </a:p>
      </dsp:txBody>
      <dsp:txXfrm>
        <a:off x="706352" y="903578"/>
        <a:ext cx="8355827" cy="1222014"/>
      </dsp:txXfrm>
    </dsp:sp>
    <dsp:sp modelId="{662D6514-551D-411F-831F-DE023E643308}">
      <dsp:nvSpPr>
        <dsp:cNvPr id="0" name=""/>
        <dsp:cNvSpPr/>
      </dsp:nvSpPr>
      <dsp:spPr>
        <a:xfrm>
          <a:off x="706352" y="2360890"/>
          <a:ext cx="8248595" cy="74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b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 dirty="0" smtClean="0"/>
        </a:p>
      </dsp:txBody>
      <dsp:txXfrm>
        <a:off x="706352" y="2360890"/>
        <a:ext cx="8248595" cy="749872"/>
      </dsp:txXfrm>
    </dsp:sp>
    <dsp:sp modelId="{A8F792FA-8659-49F3-BEA2-D8C1610FC8E1}">
      <dsp:nvSpPr>
        <dsp:cNvPr id="0" name=""/>
        <dsp:cNvSpPr/>
      </dsp:nvSpPr>
      <dsp:spPr>
        <a:xfrm>
          <a:off x="706352" y="3110762"/>
          <a:ext cx="1930171" cy="1527517"/>
        </a:xfrm>
        <a:prstGeom prst="chevron">
          <a:avLst>
            <a:gd name="adj" fmla="val 706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03B6A-AA45-4651-96C9-75E738163357}">
      <dsp:nvSpPr>
        <dsp:cNvPr id="0" name=""/>
        <dsp:cNvSpPr/>
      </dsp:nvSpPr>
      <dsp:spPr>
        <a:xfrm>
          <a:off x="1865738" y="3110762"/>
          <a:ext cx="1930171" cy="1527517"/>
        </a:xfrm>
        <a:prstGeom prst="chevron">
          <a:avLst>
            <a:gd name="adj" fmla="val 70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4AD03-1CD3-4AAE-9600-36E981BD9789}">
      <dsp:nvSpPr>
        <dsp:cNvPr id="0" name=""/>
        <dsp:cNvSpPr/>
      </dsp:nvSpPr>
      <dsp:spPr>
        <a:xfrm>
          <a:off x="3026041" y="3110762"/>
          <a:ext cx="1930171" cy="1527517"/>
        </a:xfrm>
        <a:prstGeom prst="chevron">
          <a:avLst>
            <a:gd name="adj" fmla="val 706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0A548-B312-4567-A3DA-9D5ECD8D6A87}">
      <dsp:nvSpPr>
        <dsp:cNvPr id="0" name=""/>
        <dsp:cNvSpPr/>
      </dsp:nvSpPr>
      <dsp:spPr>
        <a:xfrm>
          <a:off x="4185427" y="3110762"/>
          <a:ext cx="1930171" cy="1527517"/>
        </a:xfrm>
        <a:prstGeom prst="chevron">
          <a:avLst>
            <a:gd name="adj" fmla="val 706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ECD9E-C647-4EE7-B427-E5B276D0F508}">
      <dsp:nvSpPr>
        <dsp:cNvPr id="0" name=""/>
        <dsp:cNvSpPr/>
      </dsp:nvSpPr>
      <dsp:spPr>
        <a:xfrm>
          <a:off x="5345729" y="3110762"/>
          <a:ext cx="1930171" cy="1527517"/>
        </a:xfrm>
        <a:prstGeom prst="chevron">
          <a:avLst>
            <a:gd name="adj" fmla="val 706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C35F8-8BFD-4796-94A1-58753866B72B}">
      <dsp:nvSpPr>
        <dsp:cNvPr id="0" name=""/>
        <dsp:cNvSpPr/>
      </dsp:nvSpPr>
      <dsp:spPr>
        <a:xfrm>
          <a:off x="6505115" y="3110762"/>
          <a:ext cx="1930171" cy="1527517"/>
        </a:xfrm>
        <a:prstGeom prst="chevron">
          <a:avLst>
            <a:gd name="adj" fmla="val 706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C5750-A95C-465F-A4C8-B95EA90A723F}">
      <dsp:nvSpPr>
        <dsp:cNvPr id="0" name=""/>
        <dsp:cNvSpPr/>
      </dsp:nvSpPr>
      <dsp:spPr>
        <a:xfrm>
          <a:off x="7665417" y="3110762"/>
          <a:ext cx="1930171" cy="1527517"/>
        </a:xfrm>
        <a:prstGeom prst="chevron">
          <a:avLst>
            <a:gd name="adj" fmla="val 70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80030-4E3A-4B96-B3A4-DC36B0464180}">
      <dsp:nvSpPr>
        <dsp:cNvPr id="0" name=""/>
        <dsp:cNvSpPr/>
      </dsp:nvSpPr>
      <dsp:spPr>
        <a:xfrm>
          <a:off x="706352" y="3263514"/>
          <a:ext cx="8355827" cy="12220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Generate the Student result Query Report</a:t>
          </a:r>
          <a:endParaRPr lang="en-US" sz="2200" kern="1200" dirty="0"/>
        </a:p>
      </dsp:txBody>
      <dsp:txXfrm>
        <a:off x="706352" y="3263514"/>
        <a:ext cx="8355827" cy="1222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19CBE8-D804-4A34-9BA0-5BF23A26D50F}">
      <dsp:nvSpPr>
        <dsp:cNvPr id="0" name=""/>
        <dsp:cNvSpPr/>
      </dsp:nvSpPr>
      <dsp:spPr>
        <a:xfrm>
          <a:off x="0" y="36497"/>
          <a:ext cx="10301942" cy="561599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Create a </a:t>
          </a:r>
          <a:r>
            <a:rPr lang="en-US" sz="2400" kern="1200" smtClean="0"/>
            <a:t>database </a:t>
          </a:r>
          <a:r>
            <a:rPr lang="en-US" sz="2400" b="1" kern="1200" smtClean="0"/>
            <a:t>Student </a:t>
          </a:r>
          <a:r>
            <a:rPr lang="en-US" sz="2400" b="1" kern="1200" dirty="0" smtClean="0"/>
            <a:t>Management System.</a:t>
          </a:r>
        </a:p>
      </dsp:txBody>
      <dsp:txXfrm>
        <a:off x="27415" y="63912"/>
        <a:ext cx="10247112" cy="506769"/>
      </dsp:txXfrm>
    </dsp:sp>
    <dsp:sp modelId="{43EA0F6B-5451-45B3-A932-DD56A8289BAF}">
      <dsp:nvSpPr>
        <dsp:cNvPr id="0" name=""/>
        <dsp:cNvSpPr/>
      </dsp:nvSpPr>
      <dsp:spPr>
        <a:xfrm>
          <a:off x="0" y="598097"/>
          <a:ext cx="10301942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087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Insert the Student_Info.xlsx from the e-learning portal.</a:t>
          </a:r>
          <a:endParaRPr lang="en-US" sz="1900" kern="1200" dirty="0" smtClean="0"/>
        </a:p>
      </dsp:txBody>
      <dsp:txXfrm>
        <a:off x="0" y="598097"/>
        <a:ext cx="10301942" cy="397440"/>
      </dsp:txXfrm>
    </dsp:sp>
    <dsp:sp modelId="{93DD57C9-1E31-4907-932E-169624C0E3A1}">
      <dsp:nvSpPr>
        <dsp:cNvPr id="0" name=""/>
        <dsp:cNvSpPr/>
      </dsp:nvSpPr>
      <dsp:spPr>
        <a:xfrm>
          <a:off x="0" y="995537"/>
          <a:ext cx="10301942" cy="561599"/>
        </a:xfrm>
        <a:prstGeom prst="roundRect">
          <a:avLst/>
        </a:prstGeom>
        <a:solidFill>
          <a:schemeClr val="accent1">
            <a:shade val="50000"/>
            <a:hueOff val="410928"/>
            <a:satOff val="-61454"/>
            <a:lumOff val="392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Create </a:t>
          </a:r>
          <a:r>
            <a:rPr lang="en-US" sz="2400" b="1" kern="1200" dirty="0" smtClean="0"/>
            <a:t>Student Info Query</a:t>
          </a:r>
          <a:r>
            <a:rPr lang="en-US" sz="2400" kern="1200" dirty="0" smtClean="0"/>
            <a:t> for Students in the following:</a:t>
          </a:r>
          <a:endParaRPr lang="en-US" sz="2400" kern="1200" dirty="0" smtClean="0"/>
        </a:p>
      </dsp:txBody>
      <dsp:txXfrm>
        <a:off x="27415" y="1022952"/>
        <a:ext cx="10247112" cy="506769"/>
      </dsp:txXfrm>
    </dsp:sp>
    <dsp:sp modelId="{C09A5686-7436-442F-AD93-FC917679A6B0}">
      <dsp:nvSpPr>
        <dsp:cNvPr id="0" name=""/>
        <dsp:cNvSpPr/>
      </dsp:nvSpPr>
      <dsp:spPr>
        <a:xfrm>
          <a:off x="0" y="1557137"/>
          <a:ext cx="10301942" cy="24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087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CSC100 Level Query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CSC 200 Level Query 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MEE 100 Level Query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MEE 200 Level Query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EEE 100 Level Query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EEE 200 Level Query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100 Level Students Query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200 Level Students Query</a:t>
          </a:r>
          <a:endParaRPr lang="en-US" sz="1900" kern="1200" dirty="0"/>
        </a:p>
      </dsp:txBody>
      <dsp:txXfrm>
        <a:off x="0" y="1557137"/>
        <a:ext cx="10301942" cy="2484000"/>
      </dsp:txXfrm>
    </dsp:sp>
    <dsp:sp modelId="{4EE6D0E8-0B8A-461F-BC28-0EA2F605F4B6}">
      <dsp:nvSpPr>
        <dsp:cNvPr id="0" name=""/>
        <dsp:cNvSpPr/>
      </dsp:nvSpPr>
      <dsp:spPr>
        <a:xfrm>
          <a:off x="0" y="4041137"/>
          <a:ext cx="10301942" cy="561599"/>
        </a:xfrm>
        <a:prstGeom prst="round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Generate the corresponding Reports from the 8 queries above.</a:t>
          </a:r>
          <a:endParaRPr lang="en-US" sz="2400" kern="1200" dirty="0"/>
        </a:p>
      </dsp:txBody>
      <dsp:txXfrm>
        <a:off x="27415" y="4068552"/>
        <a:ext cx="10247112" cy="506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70D5F-6A9A-427B-BE0F-968F508D18F9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DDB0-5CE3-4D6C-8FFF-9E5166C5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43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23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96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66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67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1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63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30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0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84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52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10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03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47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84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65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9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2035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A9C"/>
              </a:buClr>
              <a:buSzPts val="3200"/>
              <a:buNone/>
              <a:defRPr>
                <a:solidFill>
                  <a:srgbClr val="888A9C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A9C"/>
              </a:buClr>
              <a:buSzPts val="2800"/>
              <a:buNone/>
              <a:defRPr>
                <a:solidFill>
                  <a:srgbClr val="888A9C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A9C"/>
              </a:buClr>
              <a:buSzPts val="2400"/>
              <a:buNone/>
              <a:defRPr>
                <a:solidFill>
                  <a:srgbClr val="888A9C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Google Shape;21;p2"/>
          <p:cNvSpPr/>
          <p:nvPr/>
        </p:nvSpPr>
        <p:spPr>
          <a:xfrm>
            <a:off x="0" y="4604545"/>
            <a:ext cx="12192000" cy="2253455"/>
          </a:xfrm>
          <a:prstGeom prst="rect">
            <a:avLst/>
          </a:prstGeom>
          <a:solidFill>
            <a:srgbClr val="000F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7601" y="5111328"/>
            <a:ext cx="3655292" cy="10890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" name="Google Shape;23;p2"/>
          <p:cNvSpPr/>
          <p:nvPr/>
        </p:nvSpPr>
        <p:spPr>
          <a:xfrm>
            <a:off x="0" y="1"/>
            <a:ext cx="12192000" cy="609599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0" y="6596855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97BA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0" y="0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BFD5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47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0" y="6444456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BFD5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-4619" y="1142254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BFD5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F2E"/>
              </a:buClr>
              <a:buSzPts val="4400"/>
              <a:buFont typeface="Calibri"/>
              <a:buNone/>
              <a:defRPr b="1">
                <a:solidFill>
                  <a:srgbClr val="000F2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52160" y="1066800"/>
            <a:ext cx="487680" cy="40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331" y="1132175"/>
            <a:ext cx="3273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>
            <a:spLocks noGrp="1"/>
          </p:cNvSpPr>
          <p:nvPr>
            <p:ph type="sldNum" idx="12"/>
          </p:nvPr>
        </p:nvSpPr>
        <p:spPr>
          <a:xfrm>
            <a:off x="5842000" y="1066801"/>
            <a:ext cx="50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609600" y="1547325"/>
            <a:ext cx="10972800" cy="479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Clr>
                <a:srgbClr val="000F2E"/>
              </a:buClr>
              <a:buSzPts val="1800"/>
              <a:buFont typeface="Calibri"/>
              <a:buChar char="•"/>
              <a:defRPr sz="3000">
                <a:solidFill>
                  <a:srgbClr val="000F2E"/>
                </a:solidFill>
              </a:defRPr>
            </a:lvl1pPr>
            <a:lvl2pPr marL="914400" lvl="1" indent="-4064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marL="1371600" lvl="2" indent="-3810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556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9506"/>
          <a:stretch/>
        </p:blipFill>
        <p:spPr>
          <a:xfrm>
            <a:off x="8433427" y="1156393"/>
            <a:ext cx="3758573" cy="55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1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8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7" name="Google Shape;5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58" name="Google Shape;58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9" name="Google Shape;59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8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7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3" name="Google Shape;73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6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2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0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517BAAC-CF03-4841-8B26-414432351FC2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229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02919255"/>
              </p:ext>
            </p:extLst>
          </p:nvPr>
        </p:nvGraphicFramePr>
        <p:xfrm>
          <a:off x="852054" y="2015168"/>
          <a:ext cx="10212185" cy="2368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Google Shape;99;p13"/>
          <p:cNvSpPr txBox="1">
            <a:spLocks/>
          </p:cNvSpPr>
          <p:nvPr/>
        </p:nvSpPr>
        <p:spPr>
          <a:xfrm>
            <a:off x="1386145" y="1065670"/>
            <a:ext cx="914400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sz="4000" b="1" dirty="0" smtClean="0"/>
              <a:t>Introduction to Computer Science </a:t>
            </a:r>
            <a:br>
              <a:rPr lang="en-US" sz="4000" b="1" dirty="0" smtClean="0"/>
            </a:br>
            <a:r>
              <a:rPr lang="en-US" sz="4000" b="1" dirty="0" smtClean="0"/>
              <a:t>(CSC 101)</a:t>
            </a:r>
            <a:br>
              <a:rPr lang="en-US" sz="4000" b="1" dirty="0" smtClean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3694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Microsoft Access 2016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Queries &amp; Reports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4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database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26177461"/>
              </p:ext>
            </p:extLst>
          </p:nvPr>
        </p:nvGraphicFramePr>
        <p:xfrm>
          <a:off x="1307115" y="1648916"/>
          <a:ext cx="9577769" cy="4631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755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Queries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6123516"/>
              </p:ext>
            </p:extLst>
          </p:nvPr>
        </p:nvGraphicFramePr>
        <p:xfrm>
          <a:off x="1307115" y="1648916"/>
          <a:ext cx="9577769" cy="4631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548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query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17582" y="1500909"/>
            <a:ext cx="11356835" cy="4428836"/>
            <a:chOff x="779416" y="1930400"/>
            <a:chExt cx="10350137" cy="403625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t="3714" r="35609" b="51624"/>
            <a:stretch/>
          </p:blipFill>
          <p:spPr>
            <a:xfrm>
              <a:off x="779416" y="1930400"/>
              <a:ext cx="10350137" cy="403625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5" name="Rounded Rectangle 4"/>
            <p:cNvSpPr/>
            <p:nvPr/>
          </p:nvSpPr>
          <p:spPr>
            <a:xfrm>
              <a:off x="2233748" y="1946365"/>
              <a:ext cx="757645" cy="431075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58046" y="2259874"/>
              <a:ext cx="653144" cy="894805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052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query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994355" y="1453241"/>
            <a:ext cx="10213968" cy="4879869"/>
            <a:chOff x="1423850" y="1494806"/>
            <a:chExt cx="10213968" cy="487986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" t="4047" r="175" b="11125"/>
            <a:stretch/>
          </p:blipFill>
          <p:spPr>
            <a:xfrm>
              <a:off x="1423850" y="1494806"/>
              <a:ext cx="10213968" cy="4879869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5473337" y="2037805"/>
              <a:ext cx="2704012" cy="4219303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740434" y="5695406"/>
              <a:ext cx="731520" cy="404948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303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query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899886" y="1454727"/>
            <a:ext cx="10069650" cy="4917042"/>
            <a:chOff x="899886" y="1454727"/>
            <a:chExt cx="10069650" cy="4917042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l="358" t="3359" r="31149" b="37153"/>
            <a:stretch/>
          </p:blipFill>
          <p:spPr>
            <a:xfrm>
              <a:off x="899886" y="1454727"/>
              <a:ext cx="10069650" cy="4917042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7" name="Rounded Rectangle 6"/>
            <p:cNvSpPr/>
            <p:nvPr/>
          </p:nvSpPr>
          <p:spPr>
            <a:xfrm>
              <a:off x="2938479" y="2886890"/>
              <a:ext cx="6122389" cy="3347655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346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a  query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9842861"/>
              </p:ext>
            </p:extLst>
          </p:nvPr>
        </p:nvGraphicFramePr>
        <p:xfrm>
          <a:off x="1697445" y="1687483"/>
          <a:ext cx="8797109" cy="3826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18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a  query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983796" y="1454722"/>
            <a:ext cx="9263290" cy="4783124"/>
            <a:chOff x="983796" y="1676400"/>
            <a:chExt cx="9263290" cy="478312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t="3425" r="21474" b="24454"/>
            <a:stretch/>
          </p:blipFill>
          <p:spPr>
            <a:xfrm>
              <a:off x="983796" y="1676400"/>
              <a:ext cx="9263290" cy="4783124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2386150" y="5525588"/>
              <a:ext cx="6786880" cy="933935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139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Query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79162" y="1551265"/>
            <a:ext cx="11633676" cy="4536026"/>
            <a:chOff x="279162" y="1551265"/>
            <a:chExt cx="11633676" cy="453602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/>
            <a:srcRect l="694" t="13629" r="28205" b="51636"/>
            <a:stretch/>
          </p:blipFill>
          <p:spPr>
            <a:xfrm>
              <a:off x="286916" y="1551265"/>
              <a:ext cx="11625922" cy="319314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l="36359" t="81221" r="-466" b="5743"/>
            <a:stretch/>
          </p:blipFill>
          <p:spPr>
            <a:xfrm>
              <a:off x="279162" y="4329715"/>
              <a:ext cx="11633676" cy="1581228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5" name="Rounded Rectangle 4"/>
            <p:cNvSpPr/>
            <p:nvPr/>
          </p:nvSpPr>
          <p:spPr>
            <a:xfrm>
              <a:off x="1994266" y="2299063"/>
              <a:ext cx="9628865" cy="84877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0737669" y="5511593"/>
              <a:ext cx="666205" cy="575698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36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a  query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70177" y="1482438"/>
            <a:ext cx="11625451" cy="4765963"/>
            <a:chOff x="370177" y="1482438"/>
            <a:chExt cx="11625451" cy="476596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t="3829" r="-48" b="22822"/>
            <a:stretch/>
          </p:blipFill>
          <p:spPr>
            <a:xfrm>
              <a:off x="370177" y="1482438"/>
              <a:ext cx="11562485" cy="4765963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5140036" y="4073236"/>
              <a:ext cx="3671455" cy="1385455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1526136" y="2422102"/>
              <a:ext cx="469492" cy="398928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027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a  query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68061" y="1454728"/>
            <a:ext cx="10755964" cy="4890654"/>
            <a:chOff x="768061" y="1454728"/>
            <a:chExt cx="10755964" cy="489065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t="3648" r="10719" b="24148"/>
            <a:stretch/>
          </p:blipFill>
          <p:spPr>
            <a:xfrm>
              <a:off x="768061" y="1454728"/>
              <a:ext cx="10755964" cy="4890654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7353098" y="2646220"/>
              <a:ext cx="2816140" cy="156987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924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a  query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23487" y="1547751"/>
            <a:ext cx="10611139" cy="4615543"/>
            <a:chOff x="407842" y="1547751"/>
            <a:chExt cx="10611139" cy="461554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t="3758" r="36914" b="47436"/>
            <a:stretch/>
          </p:blipFill>
          <p:spPr>
            <a:xfrm>
              <a:off x="407842" y="1547751"/>
              <a:ext cx="10611139" cy="4615543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407843" y="4793673"/>
              <a:ext cx="2030558" cy="651163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19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Reports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639017363"/>
              </p:ext>
            </p:extLst>
          </p:nvPr>
        </p:nvGraphicFramePr>
        <p:xfrm>
          <a:off x="945029" y="1680882"/>
          <a:ext cx="10301942" cy="4639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383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Reports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609600" y="1463955"/>
            <a:ext cx="10827293" cy="4424217"/>
            <a:chOff x="609600" y="1727200"/>
            <a:chExt cx="10827293" cy="442421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t="3019" r="30797" b="46686"/>
            <a:stretch/>
          </p:blipFill>
          <p:spPr>
            <a:xfrm>
              <a:off x="609600" y="1727200"/>
              <a:ext cx="10827293" cy="4424217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1981200" y="1787236"/>
              <a:ext cx="789709" cy="415637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010400" y="2105891"/>
              <a:ext cx="554182" cy="74814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878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Reports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49394" y="1523995"/>
            <a:ext cx="11493211" cy="4765965"/>
            <a:chOff x="349394" y="1662545"/>
            <a:chExt cx="11493211" cy="4765965"/>
          </a:xfrm>
        </p:grpSpPr>
        <p:sp>
          <p:nvSpPr>
            <p:cNvPr id="5" name="Rounded Rectangle 4"/>
            <p:cNvSpPr/>
            <p:nvPr/>
          </p:nvSpPr>
          <p:spPr>
            <a:xfrm>
              <a:off x="1981200" y="1787236"/>
              <a:ext cx="789709" cy="415637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2746" r="11667" b="32102"/>
            <a:stretch/>
          </p:blipFill>
          <p:spPr>
            <a:xfrm>
              <a:off x="349394" y="1662545"/>
              <a:ext cx="11493211" cy="4765965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3061855" y="1676402"/>
              <a:ext cx="3810000" cy="484909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779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Reports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21685" y="1537855"/>
            <a:ext cx="11548630" cy="4710546"/>
            <a:chOff x="321685" y="1676400"/>
            <a:chExt cx="11548630" cy="471054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t="3124" r="11241" b="32671"/>
            <a:stretch/>
          </p:blipFill>
          <p:spPr>
            <a:xfrm>
              <a:off x="321685" y="1690255"/>
              <a:ext cx="11548630" cy="4696691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5957455" y="1676400"/>
              <a:ext cx="914400" cy="48491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26684" y="1953491"/>
              <a:ext cx="2095933" cy="80356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777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Reports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1685" y="1537855"/>
            <a:ext cx="11548630" cy="4350327"/>
            <a:chOff x="321685" y="1537855"/>
            <a:chExt cx="11548630" cy="4350327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/>
            <a:srcRect t="3124" r="11241" b="37406"/>
            <a:stretch/>
          </p:blipFill>
          <p:spPr>
            <a:xfrm>
              <a:off x="321685" y="1537855"/>
              <a:ext cx="11548630" cy="435032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9" name="Rounded Rectangle 8"/>
            <p:cNvSpPr/>
            <p:nvPr/>
          </p:nvSpPr>
          <p:spPr>
            <a:xfrm>
              <a:off x="4831338" y="2362200"/>
              <a:ext cx="2733242" cy="135081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631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Reports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845194" y="2570018"/>
            <a:ext cx="2733242" cy="13508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3883" r="11667" b="34754"/>
          <a:stretch/>
        </p:blipFill>
        <p:spPr>
          <a:xfrm>
            <a:off x="349394" y="1537855"/>
            <a:ext cx="11493211" cy="44888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3338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Save Database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845194" y="2570018"/>
            <a:ext cx="2733242" cy="13508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" t="8238" r="21356" b="28504"/>
          <a:stretch/>
        </p:blipFill>
        <p:spPr>
          <a:xfrm>
            <a:off x="609600" y="1454726"/>
            <a:ext cx="10440265" cy="4721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5029201" y="4980708"/>
            <a:ext cx="1219200" cy="9767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7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51979973"/>
              </p:ext>
            </p:extLst>
          </p:nvPr>
        </p:nvGraphicFramePr>
        <p:xfrm>
          <a:off x="945029" y="1680882"/>
          <a:ext cx="10301942" cy="4639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258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</a:t>
            </a:r>
            <a:r>
              <a:rPr lang="en-US" dirty="0" smtClean="0"/>
              <a:t>II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09416668"/>
              </p:ext>
            </p:extLst>
          </p:nvPr>
        </p:nvGraphicFramePr>
        <p:xfrm>
          <a:off x="945029" y="1219200"/>
          <a:ext cx="10301942" cy="4639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7586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46392" y="1579416"/>
            <a:ext cx="10634230" cy="4308764"/>
            <a:chOff x="435552" y="1801091"/>
            <a:chExt cx="10634230" cy="430876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t="14300" r="18269" b="26799"/>
            <a:stretch/>
          </p:blipFill>
          <p:spPr>
            <a:xfrm>
              <a:off x="435552" y="1801091"/>
              <a:ext cx="10634230" cy="4308764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6788729" y="3906982"/>
              <a:ext cx="3408216" cy="678873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482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747927" y="1537846"/>
            <a:ext cx="10779060" cy="4017822"/>
            <a:chOff x="747927" y="1676396"/>
            <a:chExt cx="10779060" cy="401782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2936" r="42866" b="59186"/>
            <a:stretch/>
          </p:blipFill>
          <p:spPr>
            <a:xfrm>
              <a:off x="747927" y="1676396"/>
              <a:ext cx="10779060" cy="4017822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2133606" y="1773382"/>
              <a:ext cx="3228103" cy="1454727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341419" y="2216724"/>
              <a:ext cx="651163" cy="803567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167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 rot="16200000">
            <a:off x="-1260762" y="3490992"/>
            <a:ext cx="4710545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Student_info.xlsx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4072" r="42653" b="44223"/>
          <a:stretch/>
        </p:blipFill>
        <p:spPr>
          <a:xfrm>
            <a:off x="1502352" y="1454374"/>
            <a:ext cx="9512109" cy="482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8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4262" b="13353"/>
          <a:stretch/>
        </p:blipFill>
        <p:spPr>
          <a:xfrm>
            <a:off x="463261" y="1454784"/>
            <a:ext cx="10648084" cy="49321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144983" y="2854036"/>
            <a:ext cx="5389417" cy="4987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144983" y="3616036"/>
            <a:ext cx="5084618" cy="4987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0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2490" r="15819" b="10701"/>
          <a:stretch/>
        </p:blipFill>
        <p:spPr>
          <a:xfrm>
            <a:off x="1136073" y="1501413"/>
            <a:ext cx="9698182" cy="49750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893127" y="2563091"/>
            <a:ext cx="3366655" cy="4849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4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0891" r="10069" b="10890"/>
          <a:stretch/>
        </p:blipFill>
        <p:spPr>
          <a:xfrm>
            <a:off x="1149928" y="1458911"/>
            <a:ext cx="10190884" cy="49834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93127" y="2563090"/>
            <a:ext cx="4364182" cy="8312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0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0891" r="14861" b="11079"/>
          <a:stretch/>
        </p:blipFill>
        <p:spPr>
          <a:xfrm>
            <a:off x="726498" y="1459852"/>
            <a:ext cx="9608993" cy="49513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4627418" y="2563090"/>
            <a:ext cx="3172692" cy="8312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8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4868" r="7727" b="7292"/>
          <a:stretch/>
        </p:blipFill>
        <p:spPr>
          <a:xfrm>
            <a:off x="1031297" y="1475394"/>
            <a:ext cx="10384848" cy="49254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79818" y="2646218"/>
            <a:ext cx="2632364" cy="7481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4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Table from Excel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779818" y="2646218"/>
            <a:ext cx="2632364" cy="7481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4072" r="19546" b="37974"/>
          <a:stretch/>
        </p:blipFill>
        <p:spPr>
          <a:xfrm>
            <a:off x="249382" y="1482436"/>
            <a:ext cx="11699502" cy="473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6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 Away!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77559660"/>
              </p:ext>
            </p:extLst>
          </p:nvPr>
        </p:nvGraphicFramePr>
        <p:xfrm>
          <a:off x="945029" y="1620982"/>
          <a:ext cx="10301942" cy="4639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064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02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ST-Theme2">
  <a:themeElements>
    <a:clrScheme name="Custom 1">
      <a:dk1>
        <a:srgbClr val="002060"/>
      </a:dk1>
      <a:lt1>
        <a:srgbClr val="FFFFFF"/>
      </a:lt1>
      <a:dk2>
        <a:srgbClr val="09055B"/>
      </a:dk2>
      <a:lt2>
        <a:srgbClr val="FFFFFF"/>
      </a:lt2>
      <a:accent1>
        <a:srgbClr val="002060"/>
      </a:accent1>
      <a:accent2>
        <a:srgbClr val="002060"/>
      </a:accent2>
      <a:accent3>
        <a:srgbClr val="97BAFF"/>
      </a:accent3>
      <a:accent4>
        <a:srgbClr val="D5E3FF"/>
      </a:accent4>
      <a:accent5>
        <a:srgbClr val="002060"/>
      </a:accent5>
      <a:accent6>
        <a:srgbClr val="002060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T-Theme2" id="{A5EEBF5F-EB86-421F-A61D-266EA075503E}" vid="{0B89D03A-1374-4FB6-A64A-21C46AA2A4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SST-Theme2</Template>
  <TotalTime>1114</TotalTime>
  <Words>350</Words>
  <Application>Microsoft Office PowerPoint</Application>
  <PresentationFormat>Widescreen</PresentationFormat>
  <Paragraphs>84</Paragraphs>
  <Slides>33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SST-Theme2</vt:lpstr>
      <vt:lpstr>PowerPoint Presentation</vt:lpstr>
      <vt:lpstr>Microsoft Access 2016  Queries &amp; Reports</vt:lpstr>
      <vt:lpstr>Creating a database</vt:lpstr>
      <vt:lpstr>Database Queries</vt:lpstr>
      <vt:lpstr>Create a query</vt:lpstr>
      <vt:lpstr>Create a query</vt:lpstr>
      <vt:lpstr>Create a query</vt:lpstr>
      <vt:lpstr>Make a  query</vt:lpstr>
      <vt:lpstr>Make a  query</vt:lpstr>
      <vt:lpstr>SQL Query</vt:lpstr>
      <vt:lpstr>Make a  query</vt:lpstr>
      <vt:lpstr>Make a  query</vt:lpstr>
      <vt:lpstr>Make a  query</vt:lpstr>
      <vt:lpstr>Creating Reports</vt:lpstr>
      <vt:lpstr>Creating Reports</vt:lpstr>
      <vt:lpstr>Creating Reports</vt:lpstr>
      <vt:lpstr>Creating Reports</vt:lpstr>
      <vt:lpstr>Creating Reports</vt:lpstr>
      <vt:lpstr>Creating Reports</vt:lpstr>
      <vt:lpstr>Save Database</vt:lpstr>
      <vt:lpstr>Class Project I</vt:lpstr>
      <vt:lpstr>Class Project II</vt:lpstr>
      <vt:lpstr>Inserting Table from Excel</vt:lpstr>
      <vt:lpstr>Inserting Table from Excel</vt:lpstr>
      <vt:lpstr>Inserting Table from Excel</vt:lpstr>
      <vt:lpstr>Inserting Table from Excel</vt:lpstr>
      <vt:lpstr>Inserting Table from Excel</vt:lpstr>
      <vt:lpstr>Inserting Table from Excel</vt:lpstr>
      <vt:lpstr>Inserting Table from Excel</vt:lpstr>
      <vt:lpstr>Inserting Table from Excel</vt:lpstr>
      <vt:lpstr>Inserting Table from Excel</vt:lpstr>
      <vt:lpstr>Take Away!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Desmond Moru</dc:creator>
  <cp:lastModifiedBy>Moruson</cp:lastModifiedBy>
  <cp:revision>107</cp:revision>
  <dcterms:created xsi:type="dcterms:W3CDTF">2021-10-05T10:39:59Z</dcterms:created>
  <dcterms:modified xsi:type="dcterms:W3CDTF">2021-12-09T12:24:18Z</dcterms:modified>
</cp:coreProperties>
</file>
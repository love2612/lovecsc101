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6"/>
  </p:notesMasterIdLst>
  <p:sldIdLst>
    <p:sldId id="256" r:id="rId2"/>
    <p:sldId id="268" r:id="rId3"/>
    <p:sldId id="267" r:id="rId4"/>
    <p:sldId id="270" r:id="rId5"/>
    <p:sldId id="269" r:id="rId6"/>
    <p:sldId id="271" r:id="rId7"/>
    <p:sldId id="272" r:id="rId8"/>
    <p:sldId id="292" r:id="rId9"/>
    <p:sldId id="273" r:id="rId10"/>
    <p:sldId id="275" r:id="rId11"/>
    <p:sldId id="276" r:id="rId12"/>
    <p:sldId id="277" r:id="rId13"/>
    <p:sldId id="274" r:id="rId14"/>
    <p:sldId id="278" r:id="rId15"/>
    <p:sldId id="279" r:id="rId16"/>
    <p:sldId id="280" r:id="rId17"/>
    <p:sldId id="281" r:id="rId18"/>
    <p:sldId id="282" r:id="rId19"/>
    <p:sldId id="283" r:id="rId20"/>
    <p:sldId id="297" r:id="rId21"/>
    <p:sldId id="298" r:id="rId22"/>
    <p:sldId id="285" r:id="rId23"/>
    <p:sldId id="284" r:id="rId24"/>
    <p:sldId id="286" r:id="rId25"/>
    <p:sldId id="287" r:id="rId26"/>
    <p:sldId id="289" r:id="rId27"/>
    <p:sldId id="290" r:id="rId28"/>
    <p:sldId id="300" r:id="rId29"/>
    <p:sldId id="291" r:id="rId30"/>
    <p:sldId id="293" r:id="rId31"/>
    <p:sldId id="294" r:id="rId32"/>
    <p:sldId id="295" r:id="rId33"/>
    <p:sldId id="299" r:id="rId34"/>
    <p:sldId id="29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4" autoAdjust="0"/>
    <p:restoredTop sz="69273" autoAdjust="0"/>
  </p:normalViewPr>
  <p:slideViewPr>
    <p:cSldViewPr snapToGrid="0">
      <p:cViewPr varScale="1">
        <p:scale>
          <a:sx n="51" d="100"/>
          <a:sy n="51" d="100"/>
        </p:scale>
        <p:origin x="1290" y="66"/>
      </p:cViewPr>
      <p:guideLst/>
    </p:cSldViewPr>
  </p:slideViewPr>
  <p:outlineViewPr>
    <p:cViewPr>
      <p:scale>
        <a:sx n="33" d="100"/>
        <a:sy n="33" d="100"/>
      </p:scale>
      <p:origin x="0" y="-4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7A382-E873-499E-B047-02AC6C6A8654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1B7EC9-0135-4191-B60A-248EA28672A0}">
      <dgm:prSet phldrT="[Text]"/>
      <dgm:spPr/>
      <dgm:t>
        <a:bodyPr/>
        <a:lstStyle/>
        <a:p>
          <a:r>
            <a:rPr lang="en-US" dirty="0" smtClean="0"/>
            <a:t>Week 8</a:t>
          </a:r>
          <a:endParaRPr lang="en-US" dirty="0"/>
        </a:p>
      </dgm:t>
    </dgm:pt>
    <dgm:pt modelId="{F09E6354-D4B7-446B-A46C-AD6F54EDAB8A}" type="parTrans" cxnId="{A44ADA52-D96F-454B-9CB6-346D97B9C37E}">
      <dgm:prSet/>
      <dgm:spPr/>
      <dgm:t>
        <a:bodyPr/>
        <a:lstStyle/>
        <a:p>
          <a:endParaRPr lang="en-US"/>
        </a:p>
      </dgm:t>
    </dgm:pt>
    <dgm:pt modelId="{AFF6D453-A28B-42BA-A8B5-87602AE8C3D2}" type="sibTrans" cxnId="{A44ADA52-D96F-454B-9CB6-346D97B9C37E}">
      <dgm:prSet/>
      <dgm:spPr/>
      <dgm:t>
        <a:bodyPr/>
        <a:lstStyle/>
        <a:p>
          <a:endParaRPr lang="en-US"/>
        </a:p>
      </dgm:t>
    </dgm:pt>
    <dgm:pt modelId="{2124AFB2-9294-4664-9AFF-255032ECF9D1}">
      <dgm:prSet phldrT="[Text]" custT="1"/>
      <dgm:spPr/>
      <dgm:t>
        <a:bodyPr/>
        <a:lstStyle/>
        <a:p>
          <a:r>
            <a:rPr lang="en-US" sz="3600" dirty="0" smtClean="0"/>
            <a:t>Practice</a:t>
          </a:r>
          <a:endParaRPr lang="en-US" sz="3600" dirty="0"/>
        </a:p>
      </dgm:t>
    </dgm:pt>
    <dgm:pt modelId="{8B5B0144-2FB0-4B6B-8FEB-781F86EAB851}" type="parTrans" cxnId="{D729DD69-AFE2-4BF2-AA30-48077833E464}">
      <dgm:prSet/>
      <dgm:spPr/>
      <dgm:t>
        <a:bodyPr/>
        <a:lstStyle/>
        <a:p>
          <a:endParaRPr lang="en-US"/>
        </a:p>
      </dgm:t>
    </dgm:pt>
    <dgm:pt modelId="{BC2E73E6-B981-4C86-A1FE-74E589B49075}" type="sibTrans" cxnId="{D729DD69-AFE2-4BF2-AA30-48077833E464}">
      <dgm:prSet/>
      <dgm:spPr/>
      <dgm:t>
        <a:bodyPr/>
        <a:lstStyle/>
        <a:p>
          <a:endParaRPr lang="en-US"/>
        </a:p>
      </dgm:t>
    </dgm:pt>
    <dgm:pt modelId="{74E5DA4E-A6AB-43AD-A562-AF1BD8ACC114}" type="pres">
      <dgm:prSet presAssocID="{2C87A382-E873-499E-B047-02AC6C6A865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1ACD6E5-BE22-4ABD-8C95-99C0835F912D}" type="pres">
      <dgm:prSet presAssocID="{BD1B7EC9-0135-4191-B60A-248EA28672A0}" presName="composite" presStyleCnt="0"/>
      <dgm:spPr/>
    </dgm:pt>
    <dgm:pt modelId="{7385FDF4-5CA4-412D-BA38-876FF6FB2448}" type="pres">
      <dgm:prSet presAssocID="{BD1B7EC9-0135-4191-B60A-248EA28672A0}" presName="FirstChild" presStyleLbl="revTx" presStyleIdx="0" presStyleCnt="1" custScaleX="11399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ABF868-F93C-4889-8649-B65D59EFCF90}" type="pres">
      <dgm:prSet presAssocID="{BD1B7EC9-0135-4191-B60A-248EA28672A0}" presName="Parent" presStyleLbl="alignNode1" presStyleIdx="0" presStyleCnt="1" custScaleX="6114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E91E26-D798-4CCF-8C00-AD9BB1B705E8}" type="pres">
      <dgm:prSet presAssocID="{BD1B7EC9-0135-4191-B60A-248EA28672A0}" presName="Accent" presStyleLbl="parChTrans1D1" presStyleIdx="0" presStyleCnt="1"/>
      <dgm:spPr/>
    </dgm:pt>
  </dgm:ptLst>
  <dgm:cxnLst>
    <dgm:cxn modelId="{3892A961-B2CD-41D6-9A47-502B0B1FC3DE}" type="presOf" srcId="{BD1B7EC9-0135-4191-B60A-248EA28672A0}" destId="{6DABF868-F93C-4889-8649-B65D59EFCF90}" srcOrd="0" destOrd="0" presId="urn:microsoft.com/office/officeart/2011/layout/TabList"/>
    <dgm:cxn modelId="{A67F1471-96C0-4B80-9CE2-10BA46453C8B}" type="presOf" srcId="{2C87A382-E873-499E-B047-02AC6C6A8654}" destId="{74E5DA4E-A6AB-43AD-A562-AF1BD8ACC114}" srcOrd="0" destOrd="0" presId="urn:microsoft.com/office/officeart/2011/layout/TabList"/>
    <dgm:cxn modelId="{D729DD69-AFE2-4BF2-AA30-48077833E464}" srcId="{BD1B7EC9-0135-4191-B60A-248EA28672A0}" destId="{2124AFB2-9294-4664-9AFF-255032ECF9D1}" srcOrd="0" destOrd="0" parTransId="{8B5B0144-2FB0-4B6B-8FEB-781F86EAB851}" sibTransId="{BC2E73E6-B981-4C86-A1FE-74E589B49075}"/>
    <dgm:cxn modelId="{292A862C-ACE7-492E-8800-F93435E2FC68}" type="presOf" srcId="{2124AFB2-9294-4664-9AFF-255032ECF9D1}" destId="{7385FDF4-5CA4-412D-BA38-876FF6FB2448}" srcOrd="0" destOrd="0" presId="urn:microsoft.com/office/officeart/2011/layout/TabList"/>
    <dgm:cxn modelId="{A44ADA52-D96F-454B-9CB6-346D97B9C37E}" srcId="{2C87A382-E873-499E-B047-02AC6C6A8654}" destId="{BD1B7EC9-0135-4191-B60A-248EA28672A0}" srcOrd="0" destOrd="0" parTransId="{F09E6354-D4B7-446B-A46C-AD6F54EDAB8A}" sibTransId="{AFF6D453-A28B-42BA-A8B5-87602AE8C3D2}"/>
    <dgm:cxn modelId="{9D1408EE-0434-45D5-9978-1FC98E205724}" type="presParOf" srcId="{74E5DA4E-A6AB-43AD-A562-AF1BD8ACC114}" destId="{31ACD6E5-BE22-4ABD-8C95-99C0835F912D}" srcOrd="0" destOrd="0" presId="urn:microsoft.com/office/officeart/2011/layout/TabList"/>
    <dgm:cxn modelId="{3AC70580-8BB8-41DB-93A6-DE96B85B7746}" type="presParOf" srcId="{31ACD6E5-BE22-4ABD-8C95-99C0835F912D}" destId="{7385FDF4-5CA4-412D-BA38-876FF6FB2448}" srcOrd="0" destOrd="0" presId="urn:microsoft.com/office/officeart/2011/layout/TabList"/>
    <dgm:cxn modelId="{AA91B8F3-A9CE-4E3F-9998-2176E5611891}" type="presParOf" srcId="{31ACD6E5-BE22-4ABD-8C95-99C0835F912D}" destId="{6DABF868-F93C-4889-8649-B65D59EFCF90}" srcOrd="1" destOrd="0" presId="urn:microsoft.com/office/officeart/2011/layout/TabList"/>
    <dgm:cxn modelId="{D250C87F-ED7E-4661-8966-E712333E011F}" type="presParOf" srcId="{31ACD6E5-BE22-4ABD-8C95-99C0835F912D}" destId="{26E91E26-D798-4CCF-8C00-AD9BB1B705E8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7346D6-DE93-47F4-8231-9C40693BC6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BCAF9E-C7E0-4025-9C15-51FE5D26060E}">
      <dgm:prSet phldrT="[Text]"/>
      <dgm:spPr/>
      <dgm:t>
        <a:bodyPr/>
        <a:lstStyle/>
        <a:p>
          <a:r>
            <a:rPr lang="en-US" altLang="en-US" dirty="0" smtClean="0"/>
            <a:t>MS Access is a relational database management system (RDBMS)</a:t>
          </a:r>
          <a:endParaRPr lang="en-US" dirty="0"/>
        </a:p>
      </dgm:t>
    </dgm:pt>
    <dgm:pt modelId="{EBE11EFD-16D6-4D2C-8C42-465709101192}" type="parTrans" cxnId="{6AB7D163-D74E-473B-A32F-F0BCB97DC131}">
      <dgm:prSet/>
      <dgm:spPr/>
      <dgm:t>
        <a:bodyPr/>
        <a:lstStyle/>
        <a:p>
          <a:endParaRPr lang="en-US"/>
        </a:p>
      </dgm:t>
    </dgm:pt>
    <dgm:pt modelId="{F0E4472A-18B4-4324-9888-03887E6CEDC0}" type="sibTrans" cxnId="{6AB7D163-D74E-473B-A32F-F0BCB97DC131}">
      <dgm:prSet/>
      <dgm:spPr/>
      <dgm:t>
        <a:bodyPr/>
        <a:lstStyle/>
        <a:p>
          <a:endParaRPr lang="en-US"/>
        </a:p>
      </dgm:t>
    </dgm:pt>
    <dgm:pt modelId="{0C946B42-DD21-4D52-8331-585244C9B3E8}">
      <dgm:prSet phldrT="[Text]"/>
      <dgm:spPr/>
      <dgm:t>
        <a:bodyPr/>
        <a:lstStyle/>
        <a:p>
          <a:r>
            <a:rPr lang="en-US" altLang="en-US" dirty="0" smtClean="0"/>
            <a:t>MS FoxPro</a:t>
          </a:r>
          <a:endParaRPr lang="en-US" dirty="0"/>
        </a:p>
      </dgm:t>
    </dgm:pt>
    <dgm:pt modelId="{D05E6FAD-6E8E-47CF-8604-80536D09578B}" type="parTrans" cxnId="{886CC82A-4E48-43BC-AF8B-B7352886E42D}">
      <dgm:prSet/>
      <dgm:spPr/>
      <dgm:t>
        <a:bodyPr/>
        <a:lstStyle/>
        <a:p>
          <a:endParaRPr lang="en-US"/>
        </a:p>
      </dgm:t>
    </dgm:pt>
    <dgm:pt modelId="{C0DF89F0-ABF6-4DED-B7E2-3C4481019AF6}" type="sibTrans" cxnId="{886CC82A-4E48-43BC-AF8B-B7352886E42D}">
      <dgm:prSet/>
      <dgm:spPr/>
      <dgm:t>
        <a:bodyPr/>
        <a:lstStyle/>
        <a:p>
          <a:endParaRPr lang="en-US"/>
        </a:p>
      </dgm:t>
    </dgm:pt>
    <dgm:pt modelId="{ADAD2F36-7587-41CB-B8AF-D1CEC8089256}">
      <dgm:prSet phldrT="[Text]"/>
      <dgm:spPr/>
      <dgm:t>
        <a:bodyPr/>
        <a:lstStyle/>
        <a:p>
          <a:r>
            <a:rPr lang="en-US" altLang="en-US" dirty="0" smtClean="0"/>
            <a:t>“Industrial-strength” RDBMS include</a:t>
          </a:r>
          <a:endParaRPr lang="en-US" dirty="0"/>
        </a:p>
      </dgm:t>
    </dgm:pt>
    <dgm:pt modelId="{26DDB48F-0853-4843-99B7-1AB6E7D9191E}" type="parTrans" cxnId="{62164221-8C16-47BC-9C39-6940FDCF1A9B}">
      <dgm:prSet/>
      <dgm:spPr/>
      <dgm:t>
        <a:bodyPr/>
        <a:lstStyle/>
        <a:p>
          <a:endParaRPr lang="en-US"/>
        </a:p>
      </dgm:t>
    </dgm:pt>
    <dgm:pt modelId="{C445DC17-5F20-4B62-97AF-B870E25790C1}" type="sibTrans" cxnId="{62164221-8C16-47BC-9C39-6940FDCF1A9B}">
      <dgm:prSet/>
      <dgm:spPr/>
      <dgm:t>
        <a:bodyPr/>
        <a:lstStyle/>
        <a:p>
          <a:endParaRPr lang="en-US"/>
        </a:p>
      </dgm:t>
    </dgm:pt>
    <dgm:pt modelId="{FE00854B-DA13-474A-ABAD-2510301EE2F7}">
      <dgm:prSet phldrT="[Text]"/>
      <dgm:spPr/>
      <dgm:t>
        <a:bodyPr/>
        <a:lstStyle/>
        <a:p>
          <a:r>
            <a:rPr lang="en-US" altLang="en-US" dirty="0" smtClean="0"/>
            <a:t>Oracle</a:t>
          </a:r>
          <a:endParaRPr lang="en-US" dirty="0"/>
        </a:p>
      </dgm:t>
    </dgm:pt>
    <dgm:pt modelId="{0CEAF83D-7EE3-4D83-A5C2-E94BA3A4303E}" type="parTrans" cxnId="{E4DB95BC-4557-45DF-8511-E196D0872B5D}">
      <dgm:prSet/>
      <dgm:spPr/>
      <dgm:t>
        <a:bodyPr/>
        <a:lstStyle/>
        <a:p>
          <a:endParaRPr lang="en-US"/>
        </a:p>
      </dgm:t>
    </dgm:pt>
    <dgm:pt modelId="{A5B7FCA5-4F5E-469A-B2C0-61AEA6D0C2AA}" type="sibTrans" cxnId="{E4DB95BC-4557-45DF-8511-E196D0872B5D}">
      <dgm:prSet/>
      <dgm:spPr/>
      <dgm:t>
        <a:bodyPr/>
        <a:lstStyle/>
        <a:p>
          <a:endParaRPr lang="en-US"/>
        </a:p>
      </dgm:t>
    </dgm:pt>
    <dgm:pt modelId="{310360AE-E8C4-4199-92A5-E028312D2D2E}">
      <dgm:prSet phldrT="[Text]"/>
      <dgm:spPr/>
      <dgm:t>
        <a:bodyPr/>
        <a:lstStyle/>
        <a:p>
          <a:r>
            <a:rPr lang="en-US" altLang="en-US" dirty="0" smtClean="0"/>
            <a:t>Other PC-based RDMBS include:</a:t>
          </a:r>
          <a:endParaRPr lang="en-US" dirty="0"/>
        </a:p>
      </dgm:t>
    </dgm:pt>
    <dgm:pt modelId="{FD6027E3-4BD4-4446-B381-F27BE842F80A}" type="parTrans" cxnId="{0F1222DB-EE28-4D9A-AAFA-ED51DA8A1EA2}">
      <dgm:prSet/>
      <dgm:spPr/>
      <dgm:t>
        <a:bodyPr/>
        <a:lstStyle/>
        <a:p>
          <a:endParaRPr lang="en-US"/>
        </a:p>
      </dgm:t>
    </dgm:pt>
    <dgm:pt modelId="{9E581517-258A-4862-89C0-F14A9D137426}" type="sibTrans" cxnId="{0F1222DB-EE28-4D9A-AAFA-ED51DA8A1EA2}">
      <dgm:prSet/>
      <dgm:spPr/>
      <dgm:t>
        <a:bodyPr/>
        <a:lstStyle/>
        <a:p>
          <a:endParaRPr lang="en-US"/>
        </a:p>
      </dgm:t>
    </dgm:pt>
    <dgm:pt modelId="{8A78D7ED-D066-46EC-A957-A00860A011B9}">
      <dgm:prSet/>
      <dgm:spPr/>
      <dgm:t>
        <a:bodyPr/>
        <a:lstStyle/>
        <a:p>
          <a:r>
            <a:rPr lang="en-US" altLang="en-US" dirty="0" smtClean="0"/>
            <a:t>Borland dBase</a:t>
          </a:r>
          <a:endParaRPr lang="en-US" altLang="en-US" dirty="0"/>
        </a:p>
      </dgm:t>
    </dgm:pt>
    <dgm:pt modelId="{8DEF4662-11E0-4BA5-BE69-6BE49626D838}" type="parTrans" cxnId="{E9B1DE7A-F7D4-4EEF-8857-30B007D30EDC}">
      <dgm:prSet/>
      <dgm:spPr/>
      <dgm:t>
        <a:bodyPr/>
        <a:lstStyle/>
        <a:p>
          <a:endParaRPr lang="en-US"/>
        </a:p>
      </dgm:t>
    </dgm:pt>
    <dgm:pt modelId="{6A40A917-5E82-4851-862F-4379FEE46B7B}" type="sibTrans" cxnId="{E9B1DE7A-F7D4-4EEF-8857-30B007D30EDC}">
      <dgm:prSet/>
      <dgm:spPr/>
      <dgm:t>
        <a:bodyPr/>
        <a:lstStyle/>
        <a:p>
          <a:endParaRPr lang="en-US"/>
        </a:p>
      </dgm:t>
    </dgm:pt>
    <dgm:pt modelId="{B47504D6-BA42-420B-8842-A37B3E361B35}">
      <dgm:prSet/>
      <dgm:spPr/>
      <dgm:t>
        <a:bodyPr/>
        <a:lstStyle/>
        <a:p>
          <a:r>
            <a:rPr lang="en-US" altLang="en-US" smtClean="0"/>
            <a:t>MS SQL Server</a:t>
          </a:r>
          <a:endParaRPr lang="en-US" altLang="en-US" dirty="0"/>
        </a:p>
      </dgm:t>
    </dgm:pt>
    <dgm:pt modelId="{56AC7AA4-AC92-490D-B664-8DA339316BC7}" type="parTrans" cxnId="{5F70202F-31D2-44E0-95D2-E825CC8D697E}">
      <dgm:prSet/>
      <dgm:spPr/>
      <dgm:t>
        <a:bodyPr/>
        <a:lstStyle/>
        <a:p>
          <a:endParaRPr lang="en-US"/>
        </a:p>
      </dgm:t>
    </dgm:pt>
    <dgm:pt modelId="{A015CF0A-59C0-4D1A-99BC-7B2A458A71BB}" type="sibTrans" cxnId="{5F70202F-31D2-44E0-95D2-E825CC8D697E}">
      <dgm:prSet/>
      <dgm:spPr/>
      <dgm:t>
        <a:bodyPr/>
        <a:lstStyle/>
        <a:p>
          <a:endParaRPr lang="en-US"/>
        </a:p>
      </dgm:t>
    </dgm:pt>
    <dgm:pt modelId="{5C7683D3-F3D6-4335-9BCD-43B0E7DB7C90}">
      <dgm:prSet/>
      <dgm:spPr/>
      <dgm:t>
        <a:bodyPr/>
        <a:lstStyle/>
        <a:p>
          <a:r>
            <a:rPr lang="en-US" altLang="en-US" dirty="0" smtClean="0"/>
            <a:t>IBM DB2</a:t>
          </a:r>
          <a:endParaRPr lang="en-US" altLang="en-US" dirty="0"/>
        </a:p>
      </dgm:t>
    </dgm:pt>
    <dgm:pt modelId="{64A1B3CA-689C-4D62-94BF-901B7F32CD7D}" type="parTrans" cxnId="{D2AC4E54-39B3-4A78-88AD-4291A103EAA2}">
      <dgm:prSet/>
      <dgm:spPr/>
      <dgm:t>
        <a:bodyPr/>
        <a:lstStyle/>
        <a:p>
          <a:endParaRPr lang="en-US"/>
        </a:p>
      </dgm:t>
    </dgm:pt>
    <dgm:pt modelId="{AAED9829-7FE3-42A5-9C18-49AFF083756F}" type="sibTrans" cxnId="{D2AC4E54-39B3-4A78-88AD-4291A103EAA2}">
      <dgm:prSet/>
      <dgm:spPr/>
      <dgm:t>
        <a:bodyPr/>
        <a:lstStyle/>
        <a:p>
          <a:endParaRPr lang="en-US"/>
        </a:p>
      </dgm:t>
    </dgm:pt>
    <dgm:pt modelId="{12B05599-2D02-4387-A73A-B94D74F4E91B}">
      <dgm:prSet/>
      <dgm:spPr/>
      <dgm:t>
        <a:bodyPr/>
        <a:lstStyle/>
        <a:p>
          <a:r>
            <a:rPr lang="en-US" altLang="en-US" smtClean="0"/>
            <a:t>Informix</a:t>
          </a:r>
          <a:endParaRPr lang="en-US" altLang="en-US" dirty="0"/>
        </a:p>
      </dgm:t>
    </dgm:pt>
    <dgm:pt modelId="{2104DFCC-2A82-439B-A055-B1FA72725A80}" type="parTrans" cxnId="{94AC5B57-89DF-48FB-B6A9-C8AAFF664E4B}">
      <dgm:prSet/>
      <dgm:spPr/>
      <dgm:t>
        <a:bodyPr/>
        <a:lstStyle/>
        <a:p>
          <a:endParaRPr lang="en-US"/>
        </a:p>
      </dgm:t>
    </dgm:pt>
    <dgm:pt modelId="{81F609EF-B92B-47A7-994F-A65940E6415C}" type="sibTrans" cxnId="{94AC5B57-89DF-48FB-B6A9-C8AAFF664E4B}">
      <dgm:prSet/>
      <dgm:spPr/>
      <dgm:t>
        <a:bodyPr/>
        <a:lstStyle/>
        <a:p>
          <a:endParaRPr lang="en-US"/>
        </a:p>
      </dgm:t>
    </dgm:pt>
    <dgm:pt modelId="{9CF9C497-11DE-4C90-A66B-A55ACE0740C1}" type="pres">
      <dgm:prSet presAssocID="{437346D6-DE93-47F4-8231-9C40693BC6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FB4A0EE-3F63-4E95-B04B-43E9BB56B360}" type="pres">
      <dgm:prSet presAssocID="{C4BCAF9E-C7E0-4025-9C15-51FE5D26060E}" presName="parentText" presStyleLbl="node1" presStyleIdx="0" presStyleCnt="3" custScaleY="6243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B58C91-B565-4C68-8C12-73BAEFB8E063}" type="pres">
      <dgm:prSet presAssocID="{F0E4472A-18B4-4324-9888-03887E6CEDC0}" presName="spacer" presStyleCnt="0"/>
      <dgm:spPr/>
    </dgm:pt>
    <dgm:pt modelId="{04F9CDD0-37B5-4B1E-8DE5-1A612729B36F}" type="pres">
      <dgm:prSet presAssocID="{310360AE-E8C4-4199-92A5-E028312D2D2E}" presName="parentText" presStyleLbl="node1" presStyleIdx="1" presStyleCnt="3" custScaleY="5732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8033D8-0115-4FAD-BD7D-425612AE2DB4}" type="pres">
      <dgm:prSet presAssocID="{310360AE-E8C4-4199-92A5-E028312D2D2E}" presName="childText" presStyleLbl="revTx" presStyleIdx="0" presStyleCnt="2" custLinFactNeighborX="137" custLinFactNeighborY="74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3DC308-51A8-435F-898F-0FF3A89656B4}" type="pres">
      <dgm:prSet presAssocID="{ADAD2F36-7587-41CB-B8AF-D1CEC8089256}" presName="parentText" presStyleLbl="node1" presStyleIdx="2" presStyleCnt="3" custScaleY="5851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9CF427-4439-41B6-B780-5337DFC1C1B4}" type="pres">
      <dgm:prSet presAssocID="{ADAD2F36-7587-41CB-B8AF-D1CEC8089256}" presName="childText" presStyleLbl="revTx" presStyleIdx="1" presStyleCnt="2" custLinFactNeighborY="42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90F4E9-AD47-4182-A7D9-7976605FD9A7}" type="presOf" srcId="{ADAD2F36-7587-41CB-B8AF-D1CEC8089256}" destId="{1B3DC308-51A8-435F-898F-0FF3A89656B4}" srcOrd="0" destOrd="0" presId="urn:microsoft.com/office/officeart/2005/8/layout/vList2"/>
    <dgm:cxn modelId="{D2AC4E54-39B3-4A78-88AD-4291A103EAA2}" srcId="{ADAD2F36-7587-41CB-B8AF-D1CEC8089256}" destId="{5C7683D3-F3D6-4335-9BCD-43B0E7DB7C90}" srcOrd="2" destOrd="0" parTransId="{64A1B3CA-689C-4D62-94BF-901B7F32CD7D}" sibTransId="{AAED9829-7FE3-42A5-9C18-49AFF083756F}"/>
    <dgm:cxn modelId="{94AC5B57-89DF-48FB-B6A9-C8AAFF664E4B}" srcId="{ADAD2F36-7587-41CB-B8AF-D1CEC8089256}" destId="{12B05599-2D02-4387-A73A-B94D74F4E91B}" srcOrd="3" destOrd="0" parTransId="{2104DFCC-2A82-439B-A055-B1FA72725A80}" sibTransId="{81F609EF-B92B-47A7-994F-A65940E6415C}"/>
    <dgm:cxn modelId="{5F70202F-31D2-44E0-95D2-E825CC8D697E}" srcId="{ADAD2F36-7587-41CB-B8AF-D1CEC8089256}" destId="{B47504D6-BA42-420B-8842-A37B3E361B35}" srcOrd="1" destOrd="0" parTransId="{56AC7AA4-AC92-490D-B664-8DA339316BC7}" sibTransId="{A015CF0A-59C0-4D1A-99BC-7B2A458A71BB}"/>
    <dgm:cxn modelId="{067A6F38-6EC9-4CC3-A6F6-2FA506F463D5}" type="presOf" srcId="{12B05599-2D02-4387-A73A-B94D74F4E91B}" destId="{2F9CF427-4439-41B6-B780-5337DFC1C1B4}" srcOrd="0" destOrd="3" presId="urn:microsoft.com/office/officeart/2005/8/layout/vList2"/>
    <dgm:cxn modelId="{0F1222DB-EE28-4D9A-AAFA-ED51DA8A1EA2}" srcId="{437346D6-DE93-47F4-8231-9C40693BC6C0}" destId="{310360AE-E8C4-4199-92A5-E028312D2D2E}" srcOrd="1" destOrd="0" parTransId="{FD6027E3-4BD4-4446-B381-F27BE842F80A}" sibTransId="{9E581517-258A-4862-89C0-F14A9D137426}"/>
    <dgm:cxn modelId="{E4DB95BC-4557-45DF-8511-E196D0872B5D}" srcId="{ADAD2F36-7587-41CB-B8AF-D1CEC8089256}" destId="{FE00854B-DA13-474A-ABAD-2510301EE2F7}" srcOrd="0" destOrd="0" parTransId="{0CEAF83D-7EE3-4D83-A5C2-E94BA3A4303E}" sibTransId="{A5B7FCA5-4F5E-469A-B2C0-61AEA6D0C2AA}"/>
    <dgm:cxn modelId="{886CC82A-4E48-43BC-AF8B-B7352886E42D}" srcId="{310360AE-E8C4-4199-92A5-E028312D2D2E}" destId="{0C946B42-DD21-4D52-8331-585244C9B3E8}" srcOrd="0" destOrd="0" parTransId="{D05E6FAD-6E8E-47CF-8604-80536D09578B}" sibTransId="{C0DF89F0-ABF6-4DED-B7E2-3C4481019AF6}"/>
    <dgm:cxn modelId="{0EB20D06-5425-4B42-89C4-39177FB6E1E2}" type="presOf" srcId="{FE00854B-DA13-474A-ABAD-2510301EE2F7}" destId="{2F9CF427-4439-41B6-B780-5337DFC1C1B4}" srcOrd="0" destOrd="0" presId="urn:microsoft.com/office/officeart/2005/8/layout/vList2"/>
    <dgm:cxn modelId="{2FACB39A-878D-4AA2-BE83-7D3287EC6031}" type="presOf" srcId="{C4BCAF9E-C7E0-4025-9C15-51FE5D26060E}" destId="{0FB4A0EE-3F63-4E95-B04B-43E9BB56B360}" srcOrd="0" destOrd="0" presId="urn:microsoft.com/office/officeart/2005/8/layout/vList2"/>
    <dgm:cxn modelId="{62164221-8C16-47BC-9C39-6940FDCF1A9B}" srcId="{437346D6-DE93-47F4-8231-9C40693BC6C0}" destId="{ADAD2F36-7587-41CB-B8AF-D1CEC8089256}" srcOrd="2" destOrd="0" parTransId="{26DDB48F-0853-4843-99B7-1AB6E7D9191E}" sibTransId="{C445DC17-5F20-4B62-97AF-B870E25790C1}"/>
    <dgm:cxn modelId="{E9B1DE7A-F7D4-4EEF-8857-30B007D30EDC}" srcId="{310360AE-E8C4-4199-92A5-E028312D2D2E}" destId="{8A78D7ED-D066-46EC-A957-A00860A011B9}" srcOrd="1" destOrd="0" parTransId="{8DEF4662-11E0-4BA5-BE69-6BE49626D838}" sibTransId="{6A40A917-5E82-4851-862F-4379FEE46B7B}"/>
    <dgm:cxn modelId="{9BA0F682-21B1-4CB7-AAA3-F41034886562}" type="presOf" srcId="{0C946B42-DD21-4D52-8331-585244C9B3E8}" destId="{268033D8-0115-4FAD-BD7D-425612AE2DB4}" srcOrd="0" destOrd="0" presId="urn:microsoft.com/office/officeart/2005/8/layout/vList2"/>
    <dgm:cxn modelId="{7F61637D-0592-4934-8894-0C2530F9192E}" type="presOf" srcId="{8A78D7ED-D066-46EC-A957-A00860A011B9}" destId="{268033D8-0115-4FAD-BD7D-425612AE2DB4}" srcOrd="0" destOrd="1" presId="urn:microsoft.com/office/officeart/2005/8/layout/vList2"/>
    <dgm:cxn modelId="{AB671E0F-D2A5-437E-A2A0-10FC91FD8047}" type="presOf" srcId="{310360AE-E8C4-4199-92A5-E028312D2D2E}" destId="{04F9CDD0-37B5-4B1E-8DE5-1A612729B36F}" srcOrd="0" destOrd="0" presId="urn:microsoft.com/office/officeart/2005/8/layout/vList2"/>
    <dgm:cxn modelId="{95C8226C-DE81-41AD-8EAE-B2E30E3553BA}" type="presOf" srcId="{437346D6-DE93-47F4-8231-9C40693BC6C0}" destId="{9CF9C497-11DE-4C90-A66B-A55ACE0740C1}" srcOrd="0" destOrd="0" presId="urn:microsoft.com/office/officeart/2005/8/layout/vList2"/>
    <dgm:cxn modelId="{4494732E-F8F8-4E1F-9DBD-1CE416F80B59}" type="presOf" srcId="{5C7683D3-F3D6-4335-9BCD-43B0E7DB7C90}" destId="{2F9CF427-4439-41B6-B780-5337DFC1C1B4}" srcOrd="0" destOrd="2" presId="urn:microsoft.com/office/officeart/2005/8/layout/vList2"/>
    <dgm:cxn modelId="{4A40EDF4-FD93-49CC-8F52-2993E6D8F0CD}" type="presOf" srcId="{B47504D6-BA42-420B-8842-A37B3E361B35}" destId="{2F9CF427-4439-41B6-B780-5337DFC1C1B4}" srcOrd="0" destOrd="1" presId="urn:microsoft.com/office/officeart/2005/8/layout/vList2"/>
    <dgm:cxn modelId="{6AB7D163-D74E-473B-A32F-F0BCB97DC131}" srcId="{437346D6-DE93-47F4-8231-9C40693BC6C0}" destId="{C4BCAF9E-C7E0-4025-9C15-51FE5D26060E}" srcOrd="0" destOrd="0" parTransId="{EBE11EFD-16D6-4D2C-8C42-465709101192}" sibTransId="{F0E4472A-18B4-4324-9888-03887E6CEDC0}"/>
    <dgm:cxn modelId="{CE7339B0-217C-47B4-AC58-F8278A392CCD}" type="presParOf" srcId="{9CF9C497-11DE-4C90-A66B-A55ACE0740C1}" destId="{0FB4A0EE-3F63-4E95-B04B-43E9BB56B360}" srcOrd="0" destOrd="0" presId="urn:microsoft.com/office/officeart/2005/8/layout/vList2"/>
    <dgm:cxn modelId="{7264B740-BFDD-40BA-B0C6-DB7B566D32F0}" type="presParOf" srcId="{9CF9C497-11DE-4C90-A66B-A55ACE0740C1}" destId="{3AB58C91-B565-4C68-8C12-73BAEFB8E063}" srcOrd="1" destOrd="0" presId="urn:microsoft.com/office/officeart/2005/8/layout/vList2"/>
    <dgm:cxn modelId="{C6826E71-2CE9-4CC9-9E13-6804EAD8A4E0}" type="presParOf" srcId="{9CF9C497-11DE-4C90-A66B-A55ACE0740C1}" destId="{04F9CDD0-37B5-4B1E-8DE5-1A612729B36F}" srcOrd="2" destOrd="0" presId="urn:microsoft.com/office/officeart/2005/8/layout/vList2"/>
    <dgm:cxn modelId="{369D544A-9DBB-4305-BE50-9084C9F74568}" type="presParOf" srcId="{9CF9C497-11DE-4C90-A66B-A55ACE0740C1}" destId="{268033D8-0115-4FAD-BD7D-425612AE2DB4}" srcOrd="3" destOrd="0" presId="urn:microsoft.com/office/officeart/2005/8/layout/vList2"/>
    <dgm:cxn modelId="{C236883B-2B39-4A7C-B4BE-910619752514}" type="presParOf" srcId="{9CF9C497-11DE-4C90-A66B-A55ACE0740C1}" destId="{1B3DC308-51A8-435F-898F-0FF3A89656B4}" srcOrd="4" destOrd="0" presId="urn:microsoft.com/office/officeart/2005/8/layout/vList2"/>
    <dgm:cxn modelId="{588B6F0C-8C40-452E-B175-CD86494ACF61}" type="presParOf" srcId="{9CF9C497-11DE-4C90-A66B-A55ACE0740C1}" destId="{2F9CF427-4439-41B6-B780-5337DFC1C1B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CA86D1-70C6-4A71-8F81-C46297B0618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E1D223-CC8C-46ED-B3F2-E147A6D5F83C}">
      <dgm:prSet phldrT="[Text]"/>
      <dgm:spPr/>
      <dgm:t>
        <a:bodyPr/>
        <a:lstStyle/>
        <a:p>
          <a:r>
            <a:rPr lang="en-US" dirty="0" smtClean="0"/>
            <a:t>In Access 2016, the process of creating a new database is easy.</a:t>
          </a:r>
          <a:endParaRPr lang="en-US" dirty="0"/>
        </a:p>
      </dgm:t>
    </dgm:pt>
    <dgm:pt modelId="{17E855B4-E440-444C-9D74-3514A6857054}" type="parTrans" cxnId="{6D579D61-D95A-47B9-864A-A0A08344DB3C}">
      <dgm:prSet/>
      <dgm:spPr/>
      <dgm:t>
        <a:bodyPr/>
        <a:lstStyle/>
        <a:p>
          <a:endParaRPr lang="en-US"/>
        </a:p>
      </dgm:t>
    </dgm:pt>
    <dgm:pt modelId="{9D960B7C-B111-44D3-BAE0-4522B0A0733B}" type="sibTrans" cxnId="{6D579D61-D95A-47B9-864A-A0A08344DB3C}">
      <dgm:prSet/>
      <dgm:spPr/>
      <dgm:t>
        <a:bodyPr/>
        <a:lstStyle/>
        <a:p>
          <a:endParaRPr lang="en-US"/>
        </a:p>
      </dgm:t>
    </dgm:pt>
    <dgm:pt modelId="{ACAEA13E-C6ED-42C9-B704-760920379CB9}">
      <dgm:prSet phldrT="[Text]"/>
      <dgm:spPr/>
      <dgm:t>
        <a:bodyPr/>
        <a:lstStyle/>
        <a:p>
          <a:r>
            <a:rPr lang="en-US" dirty="0" smtClean="0"/>
            <a:t> You can create a database using one of the many available templates (ready-to-use databases that contain all of the tables, queries, forms, and reports needed for performing specific tasks)</a:t>
          </a:r>
          <a:endParaRPr lang="en-US" dirty="0"/>
        </a:p>
      </dgm:t>
    </dgm:pt>
    <dgm:pt modelId="{D3B1AB38-7261-48B9-AA69-0ABEFA1935DE}" type="parTrans" cxnId="{175CA309-8540-4AD8-B854-7434AAA73399}">
      <dgm:prSet/>
      <dgm:spPr/>
      <dgm:t>
        <a:bodyPr/>
        <a:lstStyle/>
        <a:p>
          <a:endParaRPr lang="en-US"/>
        </a:p>
      </dgm:t>
    </dgm:pt>
    <dgm:pt modelId="{4C95A65C-2F1A-48A4-9399-CD151ED0CF63}" type="sibTrans" cxnId="{175CA309-8540-4AD8-B854-7434AAA73399}">
      <dgm:prSet/>
      <dgm:spPr/>
      <dgm:t>
        <a:bodyPr/>
        <a:lstStyle/>
        <a:p>
          <a:endParaRPr lang="en-US"/>
        </a:p>
      </dgm:t>
    </dgm:pt>
    <dgm:pt modelId="{607B8670-03EF-4623-9A8C-6AA52CC2E617}">
      <dgm:prSet phldrT="[Text]"/>
      <dgm:spPr/>
      <dgm:t>
        <a:bodyPr/>
        <a:lstStyle/>
        <a:p>
          <a:r>
            <a:rPr lang="en-US" dirty="0" smtClean="0"/>
            <a:t>or by creating a new blank database.</a:t>
          </a:r>
          <a:endParaRPr lang="en-US" dirty="0"/>
        </a:p>
      </dgm:t>
    </dgm:pt>
    <dgm:pt modelId="{9F088793-92F3-4A00-8195-EAC82ABCA48E}" type="parTrans" cxnId="{4364F977-D03F-4B01-A580-B6E3ABDAD702}">
      <dgm:prSet/>
      <dgm:spPr/>
      <dgm:t>
        <a:bodyPr/>
        <a:lstStyle/>
        <a:p>
          <a:endParaRPr lang="en-US"/>
        </a:p>
      </dgm:t>
    </dgm:pt>
    <dgm:pt modelId="{7AAEE487-5EBC-48E0-A4BA-0C0EA75994E3}" type="sibTrans" cxnId="{4364F977-D03F-4B01-A580-B6E3ABDAD702}">
      <dgm:prSet/>
      <dgm:spPr/>
      <dgm:t>
        <a:bodyPr/>
        <a:lstStyle/>
        <a:p>
          <a:endParaRPr lang="en-US"/>
        </a:p>
      </dgm:t>
    </dgm:pt>
    <dgm:pt modelId="{7160EC78-FC8A-48AA-9905-29CB68D54B9F}" type="pres">
      <dgm:prSet presAssocID="{F3CA86D1-70C6-4A71-8F81-C46297B0618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7031039-3784-4783-B2AF-8C49941DC153}" type="pres">
      <dgm:prSet presAssocID="{11E1D223-CC8C-46ED-B3F2-E147A6D5F83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F25136-4A34-471B-92F0-DD9ECB64FD32}" type="pres">
      <dgm:prSet presAssocID="{9D960B7C-B111-44D3-BAE0-4522B0A0733B}" presName="sibTrans" presStyleCnt="0"/>
      <dgm:spPr/>
    </dgm:pt>
    <dgm:pt modelId="{015DE18F-872D-4D9F-9D2A-64B6079E5277}" type="pres">
      <dgm:prSet presAssocID="{ACAEA13E-C6ED-42C9-B704-760920379C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352862-B681-4F2D-9091-506BBD5FFA40}" type="pres">
      <dgm:prSet presAssocID="{4C95A65C-2F1A-48A4-9399-CD151ED0CF63}" presName="sibTrans" presStyleCnt="0"/>
      <dgm:spPr/>
    </dgm:pt>
    <dgm:pt modelId="{58F49316-7C46-47B8-A086-E522012A8A40}" type="pres">
      <dgm:prSet presAssocID="{607B8670-03EF-4623-9A8C-6AA52CC2E61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EB9109E-5FEF-4B02-A913-9B241D12A49E}" type="presOf" srcId="{F3CA86D1-70C6-4A71-8F81-C46297B06182}" destId="{7160EC78-FC8A-48AA-9905-29CB68D54B9F}" srcOrd="0" destOrd="0" presId="urn:microsoft.com/office/officeart/2005/8/layout/default"/>
    <dgm:cxn modelId="{175CA309-8540-4AD8-B854-7434AAA73399}" srcId="{F3CA86D1-70C6-4A71-8F81-C46297B06182}" destId="{ACAEA13E-C6ED-42C9-B704-760920379CB9}" srcOrd="1" destOrd="0" parTransId="{D3B1AB38-7261-48B9-AA69-0ABEFA1935DE}" sibTransId="{4C95A65C-2F1A-48A4-9399-CD151ED0CF63}"/>
    <dgm:cxn modelId="{6D579D61-D95A-47B9-864A-A0A08344DB3C}" srcId="{F3CA86D1-70C6-4A71-8F81-C46297B06182}" destId="{11E1D223-CC8C-46ED-B3F2-E147A6D5F83C}" srcOrd="0" destOrd="0" parTransId="{17E855B4-E440-444C-9D74-3514A6857054}" sibTransId="{9D960B7C-B111-44D3-BAE0-4522B0A0733B}"/>
    <dgm:cxn modelId="{C75C0D24-9057-4B97-86A7-A0B40359D342}" type="presOf" srcId="{ACAEA13E-C6ED-42C9-B704-760920379CB9}" destId="{015DE18F-872D-4D9F-9D2A-64B6079E5277}" srcOrd="0" destOrd="0" presId="urn:microsoft.com/office/officeart/2005/8/layout/default"/>
    <dgm:cxn modelId="{4364F977-D03F-4B01-A580-B6E3ABDAD702}" srcId="{F3CA86D1-70C6-4A71-8F81-C46297B06182}" destId="{607B8670-03EF-4623-9A8C-6AA52CC2E617}" srcOrd="2" destOrd="0" parTransId="{9F088793-92F3-4A00-8195-EAC82ABCA48E}" sibTransId="{7AAEE487-5EBC-48E0-A4BA-0C0EA75994E3}"/>
    <dgm:cxn modelId="{4B41071E-C1D8-42B4-8F98-8181F2FA43F6}" type="presOf" srcId="{11E1D223-CC8C-46ED-B3F2-E147A6D5F83C}" destId="{27031039-3784-4783-B2AF-8C49941DC153}" srcOrd="0" destOrd="0" presId="urn:microsoft.com/office/officeart/2005/8/layout/default"/>
    <dgm:cxn modelId="{36FD0CD9-5351-40E5-BDC3-644BC77010E5}" type="presOf" srcId="{607B8670-03EF-4623-9A8C-6AA52CC2E617}" destId="{58F49316-7C46-47B8-A086-E522012A8A40}" srcOrd="0" destOrd="0" presId="urn:microsoft.com/office/officeart/2005/8/layout/default"/>
    <dgm:cxn modelId="{E272EA02-EAFC-4C93-8FFA-2BF0762BE77E}" type="presParOf" srcId="{7160EC78-FC8A-48AA-9905-29CB68D54B9F}" destId="{27031039-3784-4783-B2AF-8C49941DC153}" srcOrd="0" destOrd="0" presId="urn:microsoft.com/office/officeart/2005/8/layout/default"/>
    <dgm:cxn modelId="{FD19A873-04DF-4382-8C89-98280554647A}" type="presParOf" srcId="{7160EC78-FC8A-48AA-9905-29CB68D54B9F}" destId="{EDF25136-4A34-471B-92F0-DD9ECB64FD32}" srcOrd="1" destOrd="0" presId="urn:microsoft.com/office/officeart/2005/8/layout/default"/>
    <dgm:cxn modelId="{9D2F9071-43EF-42B3-AB1B-E76FB935782F}" type="presParOf" srcId="{7160EC78-FC8A-48AA-9905-29CB68D54B9F}" destId="{015DE18F-872D-4D9F-9D2A-64B6079E5277}" srcOrd="2" destOrd="0" presId="urn:microsoft.com/office/officeart/2005/8/layout/default"/>
    <dgm:cxn modelId="{971E3FDD-AA96-4F99-A788-9F4407920802}" type="presParOf" srcId="{7160EC78-FC8A-48AA-9905-29CB68D54B9F}" destId="{EB352862-B681-4F2D-9091-506BBD5FFA40}" srcOrd="3" destOrd="0" presId="urn:microsoft.com/office/officeart/2005/8/layout/default"/>
    <dgm:cxn modelId="{51DA9CE6-EFAF-4623-89AF-89A352473EC0}" type="presParOf" srcId="{7160EC78-FC8A-48AA-9905-29CB68D54B9F}" destId="{58F49316-7C46-47B8-A086-E522012A8A4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7CF107-2A07-42B3-AA42-C1C8D3EEDD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0DED15-40C1-468E-AE7A-43690A21E095}">
      <dgm:prSet phldrT="[Text]"/>
      <dgm:spPr/>
      <dgm:t>
        <a:bodyPr/>
        <a:lstStyle/>
        <a:p>
          <a:r>
            <a:rPr lang="en-US" dirty="0" smtClean="0"/>
            <a:t>Tables</a:t>
          </a:r>
          <a:endParaRPr lang="en-US" dirty="0"/>
        </a:p>
      </dgm:t>
    </dgm:pt>
    <dgm:pt modelId="{B52253D4-0B9C-422F-80BE-291440C7A49A}" type="parTrans" cxnId="{14540A2C-8B8F-45DE-8896-B6D5741D8E31}">
      <dgm:prSet/>
      <dgm:spPr/>
      <dgm:t>
        <a:bodyPr/>
        <a:lstStyle/>
        <a:p>
          <a:endParaRPr lang="en-US"/>
        </a:p>
      </dgm:t>
    </dgm:pt>
    <dgm:pt modelId="{F572A3C2-6223-4469-B05C-79B5029EC956}" type="sibTrans" cxnId="{14540A2C-8B8F-45DE-8896-B6D5741D8E31}">
      <dgm:prSet/>
      <dgm:spPr/>
      <dgm:t>
        <a:bodyPr/>
        <a:lstStyle/>
        <a:p>
          <a:endParaRPr lang="en-US"/>
        </a:p>
      </dgm:t>
    </dgm:pt>
    <dgm:pt modelId="{A80B4DCA-511E-4F00-8B21-21D17E794E33}">
      <dgm:prSet phldrT="[Text]"/>
      <dgm:spPr/>
      <dgm:t>
        <a:bodyPr/>
        <a:lstStyle/>
        <a:p>
          <a:r>
            <a:rPr lang="en-US" dirty="0" smtClean="0"/>
            <a:t>Reports</a:t>
          </a:r>
          <a:endParaRPr lang="en-US" dirty="0"/>
        </a:p>
      </dgm:t>
    </dgm:pt>
    <dgm:pt modelId="{67D0AAB2-52E2-4F44-B64E-409746648801}" type="parTrans" cxnId="{340C7CC1-80CC-4BDE-916A-B56022476A8E}">
      <dgm:prSet/>
      <dgm:spPr/>
      <dgm:t>
        <a:bodyPr/>
        <a:lstStyle/>
        <a:p>
          <a:endParaRPr lang="en-US"/>
        </a:p>
      </dgm:t>
    </dgm:pt>
    <dgm:pt modelId="{76D221A4-3E35-497D-84E4-EFB02221B8D2}" type="sibTrans" cxnId="{340C7CC1-80CC-4BDE-916A-B56022476A8E}">
      <dgm:prSet/>
      <dgm:spPr/>
      <dgm:t>
        <a:bodyPr/>
        <a:lstStyle/>
        <a:p>
          <a:endParaRPr lang="en-US"/>
        </a:p>
      </dgm:t>
    </dgm:pt>
    <dgm:pt modelId="{3BE30308-4A7E-45C7-B078-2CD3C84A2C37}">
      <dgm:prSet phldrT="[Text]"/>
      <dgm:spPr/>
      <dgm:t>
        <a:bodyPr/>
        <a:lstStyle/>
        <a:p>
          <a:r>
            <a:rPr lang="en-US" dirty="0" smtClean="0"/>
            <a:t>Store Data</a:t>
          </a:r>
          <a:endParaRPr lang="en-US" dirty="0"/>
        </a:p>
      </dgm:t>
    </dgm:pt>
    <dgm:pt modelId="{843F3D0C-4C60-4145-8C5C-E02D71041527}" type="parTrans" cxnId="{7665CA64-950F-4DC5-960C-0051BA6C226C}">
      <dgm:prSet/>
      <dgm:spPr/>
      <dgm:t>
        <a:bodyPr/>
        <a:lstStyle/>
        <a:p>
          <a:endParaRPr lang="en-US"/>
        </a:p>
      </dgm:t>
    </dgm:pt>
    <dgm:pt modelId="{FE6C8D6A-8083-4DFE-93FC-95A96FA63C3E}" type="sibTrans" cxnId="{7665CA64-950F-4DC5-960C-0051BA6C226C}">
      <dgm:prSet/>
      <dgm:spPr/>
      <dgm:t>
        <a:bodyPr/>
        <a:lstStyle/>
        <a:p>
          <a:endParaRPr lang="en-US"/>
        </a:p>
      </dgm:t>
    </dgm:pt>
    <dgm:pt modelId="{C8CD9C2C-95AB-4ACA-8607-3BC6A2221844}">
      <dgm:prSet phldrT="[Text]"/>
      <dgm:spPr/>
      <dgm:t>
        <a:bodyPr/>
        <a:lstStyle/>
        <a:p>
          <a:r>
            <a:rPr lang="en-US" dirty="0" smtClean="0"/>
            <a:t>Queries</a:t>
          </a:r>
        </a:p>
      </dgm:t>
    </dgm:pt>
    <dgm:pt modelId="{776603F1-6023-488B-8027-BC3E637416C1}" type="parTrans" cxnId="{C6E22731-5EC7-425A-A5BF-9E7EA6537159}">
      <dgm:prSet/>
      <dgm:spPr/>
      <dgm:t>
        <a:bodyPr/>
        <a:lstStyle/>
        <a:p>
          <a:endParaRPr lang="en-US"/>
        </a:p>
      </dgm:t>
    </dgm:pt>
    <dgm:pt modelId="{7ADFF6C2-514B-4DA7-A222-01EBE82058B2}" type="sibTrans" cxnId="{C6E22731-5EC7-425A-A5BF-9E7EA6537159}">
      <dgm:prSet/>
      <dgm:spPr/>
      <dgm:t>
        <a:bodyPr/>
        <a:lstStyle/>
        <a:p>
          <a:endParaRPr lang="en-US"/>
        </a:p>
      </dgm:t>
    </dgm:pt>
    <dgm:pt modelId="{0EDB87E8-75DD-4AC5-AF86-757930EBE3B4}">
      <dgm:prSet phldrT="[Text]"/>
      <dgm:spPr/>
      <dgm:t>
        <a:bodyPr/>
        <a:lstStyle/>
        <a:p>
          <a:r>
            <a:rPr lang="en-US" dirty="0" smtClean="0"/>
            <a:t>Manipulate Data</a:t>
          </a:r>
        </a:p>
      </dgm:t>
    </dgm:pt>
    <dgm:pt modelId="{3A985236-A39E-485F-AC9E-C26B3D5A8E29}" type="parTrans" cxnId="{1AC4181E-C0EB-4999-A510-EBBA6FFD6F89}">
      <dgm:prSet/>
      <dgm:spPr/>
      <dgm:t>
        <a:bodyPr/>
        <a:lstStyle/>
        <a:p>
          <a:endParaRPr lang="en-US"/>
        </a:p>
      </dgm:t>
    </dgm:pt>
    <dgm:pt modelId="{4FAF32C6-4023-4F50-B9C2-080FCA82ABC3}" type="sibTrans" cxnId="{1AC4181E-C0EB-4999-A510-EBBA6FFD6F89}">
      <dgm:prSet/>
      <dgm:spPr/>
      <dgm:t>
        <a:bodyPr/>
        <a:lstStyle/>
        <a:p>
          <a:endParaRPr lang="en-US"/>
        </a:p>
      </dgm:t>
    </dgm:pt>
    <dgm:pt modelId="{1D9214DF-E1FA-41B5-8F8C-54A042FC204C}">
      <dgm:prSet phldrT="[Text]"/>
      <dgm:spPr/>
      <dgm:t>
        <a:bodyPr/>
        <a:lstStyle/>
        <a:p>
          <a:r>
            <a:rPr lang="en-US" dirty="0" smtClean="0"/>
            <a:t>Provides information from database to users in easy-to-understand format.</a:t>
          </a:r>
          <a:endParaRPr lang="en-US" dirty="0"/>
        </a:p>
      </dgm:t>
    </dgm:pt>
    <dgm:pt modelId="{C2BA9E35-D3AB-48B4-A7B2-21BF7120CCEB}" type="parTrans" cxnId="{8C25B398-D349-4BFA-BC7F-C3A432FC5D8C}">
      <dgm:prSet/>
      <dgm:spPr/>
      <dgm:t>
        <a:bodyPr/>
        <a:lstStyle/>
        <a:p>
          <a:endParaRPr lang="en-US"/>
        </a:p>
      </dgm:t>
    </dgm:pt>
    <dgm:pt modelId="{F940731D-7582-4E87-B882-35AA93156AF2}" type="sibTrans" cxnId="{8C25B398-D349-4BFA-BC7F-C3A432FC5D8C}">
      <dgm:prSet/>
      <dgm:spPr/>
      <dgm:t>
        <a:bodyPr/>
        <a:lstStyle/>
        <a:p>
          <a:endParaRPr lang="en-US"/>
        </a:p>
      </dgm:t>
    </dgm:pt>
    <dgm:pt modelId="{FE692DBE-546B-46E9-8085-206F1E6E8F09}">
      <dgm:prSet phldrT="[Text]"/>
      <dgm:spPr/>
      <dgm:t>
        <a:bodyPr/>
        <a:lstStyle/>
        <a:p>
          <a:r>
            <a:rPr lang="en-US" smtClean="0"/>
            <a:t>Forms</a:t>
          </a:r>
          <a:endParaRPr lang="en-US" dirty="0"/>
        </a:p>
      </dgm:t>
    </dgm:pt>
    <dgm:pt modelId="{1C21448C-CCB6-4E98-8CFB-85EF36619D2E}" type="parTrans" cxnId="{98DA40D2-5F7A-4095-8CF0-A1E4A6B23652}">
      <dgm:prSet/>
      <dgm:spPr/>
      <dgm:t>
        <a:bodyPr/>
        <a:lstStyle/>
        <a:p>
          <a:endParaRPr lang="en-US"/>
        </a:p>
      </dgm:t>
    </dgm:pt>
    <dgm:pt modelId="{01B56EAD-930B-4955-962E-D8AC35327D58}" type="sibTrans" cxnId="{98DA40D2-5F7A-4095-8CF0-A1E4A6B23652}">
      <dgm:prSet/>
      <dgm:spPr/>
      <dgm:t>
        <a:bodyPr/>
        <a:lstStyle/>
        <a:p>
          <a:endParaRPr lang="en-US"/>
        </a:p>
      </dgm:t>
    </dgm:pt>
    <dgm:pt modelId="{ADEF49A7-0E0E-4EA0-AB5E-76384DE341A1}">
      <dgm:prSet phldrT="[Text]"/>
      <dgm:spPr/>
      <dgm:t>
        <a:bodyPr/>
        <a:lstStyle/>
        <a:p>
          <a:r>
            <a:rPr lang="en-US" dirty="0" smtClean="0"/>
            <a:t>Make data entry and display easier</a:t>
          </a:r>
          <a:endParaRPr lang="en-US" dirty="0"/>
        </a:p>
      </dgm:t>
    </dgm:pt>
    <dgm:pt modelId="{5D32B933-F406-479B-8E74-2833C6D1EC8F}" type="parTrans" cxnId="{18671C65-524F-4A64-9991-6918368B05E4}">
      <dgm:prSet/>
      <dgm:spPr/>
      <dgm:t>
        <a:bodyPr/>
        <a:lstStyle/>
        <a:p>
          <a:endParaRPr lang="en-US"/>
        </a:p>
      </dgm:t>
    </dgm:pt>
    <dgm:pt modelId="{666BF0D5-E279-4CEF-94E1-CD4EB147F5E9}" type="sibTrans" cxnId="{18671C65-524F-4A64-9991-6918368B05E4}">
      <dgm:prSet/>
      <dgm:spPr/>
      <dgm:t>
        <a:bodyPr/>
        <a:lstStyle/>
        <a:p>
          <a:endParaRPr lang="en-US"/>
        </a:p>
      </dgm:t>
    </dgm:pt>
    <dgm:pt modelId="{21733D34-AD46-4580-9B39-F1CF61D8E6AF}" type="pres">
      <dgm:prSet presAssocID="{DE7CF107-2A07-42B3-AA42-C1C8D3EEDD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CF712EB-4467-49EA-A6DE-A634EB0A97E2}" type="pres">
      <dgm:prSet presAssocID="{C30DED15-40C1-468E-AE7A-43690A21E095}" presName="parentLin" presStyleCnt="0"/>
      <dgm:spPr/>
    </dgm:pt>
    <dgm:pt modelId="{BBE26B5F-B436-4A3C-ADB7-62220FBB332C}" type="pres">
      <dgm:prSet presAssocID="{C30DED15-40C1-468E-AE7A-43690A21E095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58CB913-4D7E-4278-A8AD-36587979F5E9}" type="pres">
      <dgm:prSet presAssocID="{C30DED15-40C1-468E-AE7A-43690A21E09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EB5381-A115-451E-AB65-B3924BA76BDF}" type="pres">
      <dgm:prSet presAssocID="{C30DED15-40C1-468E-AE7A-43690A21E095}" presName="negativeSpace" presStyleCnt="0"/>
      <dgm:spPr/>
    </dgm:pt>
    <dgm:pt modelId="{F570D42A-9BDA-4B7F-8F0D-B535F29DF608}" type="pres">
      <dgm:prSet presAssocID="{C30DED15-40C1-468E-AE7A-43690A21E095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A3F3B1-80E5-47BA-9EA2-3D599331A41E}" type="pres">
      <dgm:prSet presAssocID="{F572A3C2-6223-4469-B05C-79B5029EC956}" presName="spaceBetweenRectangles" presStyleCnt="0"/>
      <dgm:spPr/>
    </dgm:pt>
    <dgm:pt modelId="{CD9ED531-4731-44D9-8F31-57C630F6BB16}" type="pres">
      <dgm:prSet presAssocID="{FE692DBE-546B-46E9-8085-206F1E6E8F09}" presName="parentLin" presStyleCnt="0"/>
      <dgm:spPr/>
    </dgm:pt>
    <dgm:pt modelId="{349046E4-6FD5-49BF-83B4-7053E1670677}" type="pres">
      <dgm:prSet presAssocID="{FE692DBE-546B-46E9-8085-206F1E6E8F09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9A307292-A59A-4834-9BA3-18E8A442E162}" type="pres">
      <dgm:prSet presAssocID="{FE692DBE-546B-46E9-8085-206F1E6E8F0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943DAC-0F79-48F8-A6FF-20F649215040}" type="pres">
      <dgm:prSet presAssocID="{FE692DBE-546B-46E9-8085-206F1E6E8F09}" presName="negativeSpace" presStyleCnt="0"/>
      <dgm:spPr/>
    </dgm:pt>
    <dgm:pt modelId="{C7E48D6C-305A-4D54-A139-900F215311E1}" type="pres">
      <dgm:prSet presAssocID="{FE692DBE-546B-46E9-8085-206F1E6E8F09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75EB7D-1BB2-4B3C-981D-6F6187D0E873}" type="pres">
      <dgm:prSet presAssocID="{01B56EAD-930B-4955-962E-D8AC35327D58}" presName="spaceBetweenRectangles" presStyleCnt="0"/>
      <dgm:spPr/>
    </dgm:pt>
    <dgm:pt modelId="{7FA13F32-4011-465D-A2FF-E45FDE4BF3F7}" type="pres">
      <dgm:prSet presAssocID="{C8CD9C2C-95AB-4ACA-8607-3BC6A2221844}" presName="parentLin" presStyleCnt="0"/>
      <dgm:spPr/>
    </dgm:pt>
    <dgm:pt modelId="{6E901CC7-CAA3-4B73-A972-733AE3B01817}" type="pres">
      <dgm:prSet presAssocID="{C8CD9C2C-95AB-4ACA-8607-3BC6A2221844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3DF076F3-3993-440B-BAF3-D359950CB720}" type="pres">
      <dgm:prSet presAssocID="{C8CD9C2C-95AB-4ACA-8607-3BC6A222184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3532E2-4E0A-40E4-8CE7-0B55B4F44510}" type="pres">
      <dgm:prSet presAssocID="{C8CD9C2C-95AB-4ACA-8607-3BC6A2221844}" presName="negativeSpace" presStyleCnt="0"/>
      <dgm:spPr/>
    </dgm:pt>
    <dgm:pt modelId="{BB2D4054-3DBB-4A9D-8997-1C336E72BAC8}" type="pres">
      <dgm:prSet presAssocID="{C8CD9C2C-95AB-4ACA-8607-3BC6A2221844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0BBA2B-ECAC-4B3B-BAB1-DF54186677EB}" type="pres">
      <dgm:prSet presAssocID="{7ADFF6C2-514B-4DA7-A222-01EBE82058B2}" presName="spaceBetweenRectangles" presStyleCnt="0"/>
      <dgm:spPr/>
    </dgm:pt>
    <dgm:pt modelId="{6CD54C2B-2514-4297-9BEC-A7333682B25E}" type="pres">
      <dgm:prSet presAssocID="{A80B4DCA-511E-4F00-8B21-21D17E794E33}" presName="parentLin" presStyleCnt="0"/>
      <dgm:spPr/>
    </dgm:pt>
    <dgm:pt modelId="{FDAFC559-9CB5-434E-8B52-883150E56C64}" type="pres">
      <dgm:prSet presAssocID="{A80B4DCA-511E-4F00-8B21-21D17E794E33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AB815486-E6E6-4284-8B32-5ECD28AFB126}" type="pres">
      <dgm:prSet presAssocID="{A80B4DCA-511E-4F00-8B21-21D17E794E3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A4C0A1-59EB-4A46-9A08-3FE59496486E}" type="pres">
      <dgm:prSet presAssocID="{A80B4DCA-511E-4F00-8B21-21D17E794E33}" presName="negativeSpace" presStyleCnt="0"/>
      <dgm:spPr/>
    </dgm:pt>
    <dgm:pt modelId="{103C7F04-0773-424C-947F-0D52BC21B06A}" type="pres">
      <dgm:prSet presAssocID="{A80B4DCA-511E-4F00-8B21-21D17E794E33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EC5404-C7E8-45B4-8576-785D79BCE436}" type="presOf" srcId="{A80B4DCA-511E-4F00-8B21-21D17E794E33}" destId="{AB815486-E6E6-4284-8B32-5ECD28AFB126}" srcOrd="1" destOrd="0" presId="urn:microsoft.com/office/officeart/2005/8/layout/list1"/>
    <dgm:cxn modelId="{92E6BAF2-C5AA-46A0-92A5-83DE3F193E74}" type="presOf" srcId="{C30DED15-40C1-468E-AE7A-43690A21E095}" destId="{358CB913-4D7E-4278-A8AD-36587979F5E9}" srcOrd="1" destOrd="0" presId="urn:microsoft.com/office/officeart/2005/8/layout/list1"/>
    <dgm:cxn modelId="{0506CD2A-C249-4F06-A510-14B16DC349EB}" type="presOf" srcId="{C8CD9C2C-95AB-4ACA-8607-3BC6A2221844}" destId="{6E901CC7-CAA3-4B73-A972-733AE3B01817}" srcOrd="0" destOrd="0" presId="urn:microsoft.com/office/officeart/2005/8/layout/list1"/>
    <dgm:cxn modelId="{98DA40D2-5F7A-4095-8CF0-A1E4A6B23652}" srcId="{DE7CF107-2A07-42B3-AA42-C1C8D3EEDD5D}" destId="{FE692DBE-546B-46E9-8085-206F1E6E8F09}" srcOrd="1" destOrd="0" parTransId="{1C21448C-CCB6-4E98-8CFB-85EF36619D2E}" sibTransId="{01B56EAD-930B-4955-962E-D8AC35327D58}"/>
    <dgm:cxn modelId="{999D56B4-9EE1-4133-96F6-916B50276A8A}" type="presOf" srcId="{DE7CF107-2A07-42B3-AA42-C1C8D3EEDD5D}" destId="{21733D34-AD46-4580-9B39-F1CF61D8E6AF}" srcOrd="0" destOrd="0" presId="urn:microsoft.com/office/officeart/2005/8/layout/list1"/>
    <dgm:cxn modelId="{71F4682F-C8A4-4135-AE46-AD94B1A7AD72}" type="presOf" srcId="{C30DED15-40C1-468E-AE7A-43690A21E095}" destId="{BBE26B5F-B436-4A3C-ADB7-62220FBB332C}" srcOrd="0" destOrd="0" presId="urn:microsoft.com/office/officeart/2005/8/layout/list1"/>
    <dgm:cxn modelId="{50D7185D-0551-4A9B-B727-758E5B0339E4}" type="presOf" srcId="{C8CD9C2C-95AB-4ACA-8607-3BC6A2221844}" destId="{3DF076F3-3993-440B-BAF3-D359950CB720}" srcOrd="1" destOrd="0" presId="urn:microsoft.com/office/officeart/2005/8/layout/list1"/>
    <dgm:cxn modelId="{18671C65-524F-4A64-9991-6918368B05E4}" srcId="{FE692DBE-546B-46E9-8085-206F1E6E8F09}" destId="{ADEF49A7-0E0E-4EA0-AB5E-76384DE341A1}" srcOrd="0" destOrd="0" parTransId="{5D32B933-F406-479B-8E74-2833C6D1EC8F}" sibTransId="{666BF0D5-E279-4CEF-94E1-CD4EB147F5E9}"/>
    <dgm:cxn modelId="{167668F3-1283-4B72-A97C-B023D704C329}" type="presOf" srcId="{FE692DBE-546B-46E9-8085-206F1E6E8F09}" destId="{9A307292-A59A-4834-9BA3-18E8A442E162}" srcOrd="1" destOrd="0" presId="urn:microsoft.com/office/officeart/2005/8/layout/list1"/>
    <dgm:cxn modelId="{7665CA64-950F-4DC5-960C-0051BA6C226C}" srcId="{C30DED15-40C1-468E-AE7A-43690A21E095}" destId="{3BE30308-4A7E-45C7-B078-2CD3C84A2C37}" srcOrd="0" destOrd="0" parTransId="{843F3D0C-4C60-4145-8C5C-E02D71041527}" sibTransId="{FE6C8D6A-8083-4DFE-93FC-95A96FA63C3E}"/>
    <dgm:cxn modelId="{7CAD1D5B-6D78-41C3-9B84-5B0E1D7F63EC}" type="presOf" srcId="{3BE30308-4A7E-45C7-B078-2CD3C84A2C37}" destId="{F570D42A-9BDA-4B7F-8F0D-B535F29DF608}" srcOrd="0" destOrd="0" presId="urn:microsoft.com/office/officeart/2005/8/layout/list1"/>
    <dgm:cxn modelId="{1AC4181E-C0EB-4999-A510-EBBA6FFD6F89}" srcId="{C8CD9C2C-95AB-4ACA-8607-3BC6A2221844}" destId="{0EDB87E8-75DD-4AC5-AF86-757930EBE3B4}" srcOrd="0" destOrd="0" parTransId="{3A985236-A39E-485F-AC9E-C26B3D5A8E29}" sibTransId="{4FAF32C6-4023-4F50-B9C2-080FCA82ABC3}"/>
    <dgm:cxn modelId="{8C25B398-D349-4BFA-BC7F-C3A432FC5D8C}" srcId="{A80B4DCA-511E-4F00-8B21-21D17E794E33}" destId="{1D9214DF-E1FA-41B5-8F8C-54A042FC204C}" srcOrd="0" destOrd="0" parTransId="{C2BA9E35-D3AB-48B4-A7B2-21BF7120CCEB}" sibTransId="{F940731D-7582-4E87-B882-35AA93156AF2}"/>
    <dgm:cxn modelId="{DBE0821E-0929-4305-A362-10CA5D6EF00A}" type="presOf" srcId="{1D9214DF-E1FA-41B5-8F8C-54A042FC204C}" destId="{103C7F04-0773-424C-947F-0D52BC21B06A}" srcOrd="0" destOrd="0" presId="urn:microsoft.com/office/officeart/2005/8/layout/list1"/>
    <dgm:cxn modelId="{14540A2C-8B8F-45DE-8896-B6D5741D8E31}" srcId="{DE7CF107-2A07-42B3-AA42-C1C8D3EEDD5D}" destId="{C30DED15-40C1-468E-AE7A-43690A21E095}" srcOrd="0" destOrd="0" parTransId="{B52253D4-0B9C-422F-80BE-291440C7A49A}" sibTransId="{F572A3C2-6223-4469-B05C-79B5029EC956}"/>
    <dgm:cxn modelId="{C6E22731-5EC7-425A-A5BF-9E7EA6537159}" srcId="{DE7CF107-2A07-42B3-AA42-C1C8D3EEDD5D}" destId="{C8CD9C2C-95AB-4ACA-8607-3BC6A2221844}" srcOrd="2" destOrd="0" parTransId="{776603F1-6023-488B-8027-BC3E637416C1}" sibTransId="{7ADFF6C2-514B-4DA7-A222-01EBE82058B2}"/>
    <dgm:cxn modelId="{A6B856E8-4437-48E0-855A-51D2885EC54E}" type="presOf" srcId="{A80B4DCA-511E-4F00-8B21-21D17E794E33}" destId="{FDAFC559-9CB5-434E-8B52-883150E56C64}" srcOrd="0" destOrd="0" presId="urn:microsoft.com/office/officeart/2005/8/layout/list1"/>
    <dgm:cxn modelId="{340C7CC1-80CC-4BDE-916A-B56022476A8E}" srcId="{DE7CF107-2A07-42B3-AA42-C1C8D3EEDD5D}" destId="{A80B4DCA-511E-4F00-8B21-21D17E794E33}" srcOrd="3" destOrd="0" parTransId="{67D0AAB2-52E2-4F44-B64E-409746648801}" sibTransId="{76D221A4-3E35-497D-84E4-EFB02221B8D2}"/>
    <dgm:cxn modelId="{53431904-CE8A-4EBE-8075-88AEF761FD57}" type="presOf" srcId="{ADEF49A7-0E0E-4EA0-AB5E-76384DE341A1}" destId="{C7E48D6C-305A-4D54-A139-900F215311E1}" srcOrd="0" destOrd="0" presId="urn:microsoft.com/office/officeart/2005/8/layout/list1"/>
    <dgm:cxn modelId="{C9AFFCBF-7B2A-4E60-9B74-A552C1A1F11B}" type="presOf" srcId="{FE692DBE-546B-46E9-8085-206F1E6E8F09}" destId="{349046E4-6FD5-49BF-83B4-7053E1670677}" srcOrd="0" destOrd="0" presId="urn:microsoft.com/office/officeart/2005/8/layout/list1"/>
    <dgm:cxn modelId="{F6877B3B-E9A5-4791-AEAD-10FB1FA90CB2}" type="presOf" srcId="{0EDB87E8-75DD-4AC5-AF86-757930EBE3B4}" destId="{BB2D4054-3DBB-4A9D-8997-1C336E72BAC8}" srcOrd="0" destOrd="0" presId="urn:microsoft.com/office/officeart/2005/8/layout/list1"/>
    <dgm:cxn modelId="{A229405F-180F-4995-9B7D-6C2F4DE60D7B}" type="presParOf" srcId="{21733D34-AD46-4580-9B39-F1CF61D8E6AF}" destId="{FCF712EB-4467-49EA-A6DE-A634EB0A97E2}" srcOrd="0" destOrd="0" presId="urn:microsoft.com/office/officeart/2005/8/layout/list1"/>
    <dgm:cxn modelId="{3D975037-93E8-4EC9-8D0B-84ACF4A77310}" type="presParOf" srcId="{FCF712EB-4467-49EA-A6DE-A634EB0A97E2}" destId="{BBE26B5F-B436-4A3C-ADB7-62220FBB332C}" srcOrd="0" destOrd="0" presId="urn:microsoft.com/office/officeart/2005/8/layout/list1"/>
    <dgm:cxn modelId="{BC105AD3-46D8-4882-A2D0-6AF4E4C85BB4}" type="presParOf" srcId="{FCF712EB-4467-49EA-A6DE-A634EB0A97E2}" destId="{358CB913-4D7E-4278-A8AD-36587979F5E9}" srcOrd="1" destOrd="0" presId="urn:microsoft.com/office/officeart/2005/8/layout/list1"/>
    <dgm:cxn modelId="{4102BA0B-47D0-4953-A8F1-C568E13792FF}" type="presParOf" srcId="{21733D34-AD46-4580-9B39-F1CF61D8E6AF}" destId="{89EB5381-A115-451E-AB65-B3924BA76BDF}" srcOrd="1" destOrd="0" presId="urn:microsoft.com/office/officeart/2005/8/layout/list1"/>
    <dgm:cxn modelId="{1A12C02E-569B-4B88-B695-3D685883081C}" type="presParOf" srcId="{21733D34-AD46-4580-9B39-F1CF61D8E6AF}" destId="{F570D42A-9BDA-4B7F-8F0D-B535F29DF608}" srcOrd="2" destOrd="0" presId="urn:microsoft.com/office/officeart/2005/8/layout/list1"/>
    <dgm:cxn modelId="{3F1B5DCE-87B0-4B78-A044-8980CA09004F}" type="presParOf" srcId="{21733D34-AD46-4580-9B39-F1CF61D8E6AF}" destId="{FEA3F3B1-80E5-47BA-9EA2-3D599331A41E}" srcOrd="3" destOrd="0" presId="urn:microsoft.com/office/officeart/2005/8/layout/list1"/>
    <dgm:cxn modelId="{F1AEC47A-4172-476B-BA38-7219D2F553F9}" type="presParOf" srcId="{21733D34-AD46-4580-9B39-F1CF61D8E6AF}" destId="{CD9ED531-4731-44D9-8F31-57C630F6BB16}" srcOrd="4" destOrd="0" presId="urn:microsoft.com/office/officeart/2005/8/layout/list1"/>
    <dgm:cxn modelId="{C0DC6DCD-9AC5-4456-AA8E-7FCC042535DB}" type="presParOf" srcId="{CD9ED531-4731-44D9-8F31-57C630F6BB16}" destId="{349046E4-6FD5-49BF-83B4-7053E1670677}" srcOrd="0" destOrd="0" presId="urn:microsoft.com/office/officeart/2005/8/layout/list1"/>
    <dgm:cxn modelId="{B5F306AD-E6CD-48EF-B53E-876FFF90DE08}" type="presParOf" srcId="{CD9ED531-4731-44D9-8F31-57C630F6BB16}" destId="{9A307292-A59A-4834-9BA3-18E8A442E162}" srcOrd="1" destOrd="0" presId="urn:microsoft.com/office/officeart/2005/8/layout/list1"/>
    <dgm:cxn modelId="{2B82E7A0-DBF2-46C7-80ED-AACA989A617F}" type="presParOf" srcId="{21733D34-AD46-4580-9B39-F1CF61D8E6AF}" destId="{9E943DAC-0F79-48F8-A6FF-20F649215040}" srcOrd="5" destOrd="0" presId="urn:microsoft.com/office/officeart/2005/8/layout/list1"/>
    <dgm:cxn modelId="{75314241-7CDB-4262-8BF3-8A4F9F0A2E53}" type="presParOf" srcId="{21733D34-AD46-4580-9B39-F1CF61D8E6AF}" destId="{C7E48D6C-305A-4D54-A139-900F215311E1}" srcOrd="6" destOrd="0" presId="urn:microsoft.com/office/officeart/2005/8/layout/list1"/>
    <dgm:cxn modelId="{75E301B5-E6BA-4AD3-AC3E-6B2F35E1F0D1}" type="presParOf" srcId="{21733D34-AD46-4580-9B39-F1CF61D8E6AF}" destId="{A675EB7D-1BB2-4B3C-981D-6F6187D0E873}" srcOrd="7" destOrd="0" presId="urn:microsoft.com/office/officeart/2005/8/layout/list1"/>
    <dgm:cxn modelId="{838268A0-7986-446D-98EC-63394A02B359}" type="presParOf" srcId="{21733D34-AD46-4580-9B39-F1CF61D8E6AF}" destId="{7FA13F32-4011-465D-A2FF-E45FDE4BF3F7}" srcOrd="8" destOrd="0" presId="urn:microsoft.com/office/officeart/2005/8/layout/list1"/>
    <dgm:cxn modelId="{995C183E-E2B2-4EFC-A369-2C971D6C4024}" type="presParOf" srcId="{7FA13F32-4011-465D-A2FF-E45FDE4BF3F7}" destId="{6E901CC7-CAA3-4B73-A972-733AE3B01817}" srcOrd="0" destOrd="0" presId="urn:microsoft.com/office/officeart/2005/8/layout/list1"/>
    <dgm:cxn modelId="{F41669BB-27B2-40B5-AF1F-E6F250D03664}" type="presParOf" srcId="{7FA13F32-4011-465D-A2FF-E45FDE4BF3F7}" destId="{3DF076F3-3993-440B-BAF3-D359950CB720}" srcOrd="1" destOrd="0" presId="urn:microsoft.com/office/officeart/2005/8/layout/list1"/>
    <dgm:cxn modelId="{A6133A0A-1EDD-4384-968E-1BA482C216AE}" type="presParOf" srcId="{21733D34-AD46-4580-9B39-F1CF61D8E6AF}" destId="{2D3532E2-4E0A-40E4-8CE7-0B55B4F44510}" srcOrd="9" destOrd="0" presId="urn:microsoft.com/office/officeart/2005/8/layout/list1"/>
    <dgm:cxn modelId="{0ED48418-5F1C-48EC-8A60-D35982D04F38}" type="presParOf" srcId="{21733D34-AD46-4580-9B39-F1CF61D8E6AF}" destId="{BB2D4054-3DBB-4A9D-8997-1C336E72BAC8}" srcOrd="10" destOrd="0" presId="urn:microsoft.com/office/officeart/2005/8/layout/list1"/>
    <dgm:cxn modelId="{237892CC-9668-48AF-A5F6-29F54ABFFB9E}" type="presParOf" srcId="{21733D34-AD46-4580-9B39-F1CF61D8E6AF}" destId="{EF0BBA2B-ECAC-4B3B-BAB1-DF54186677EB}" srcOrd="11" destOrd="0" presId="urn:microsoft.com/office/officeart/2005/8/layout/list1"/>
    <dgm:cxn modelId="{60A48A52-3413-49D5-9872-2EB167A4F352}" type="presParOf" srcId="{21733D34-AD46-4580-9B39-F1CF61D8E6AF}" destId="{6CD54C2B-2514-4297-9BEC-A7333682B25E}" srcOrd="12" destOrd="0" presId="urn:microsoft.com/office/officeart/2005/8/layout/list1"/>
    <dgm:cxn modelId="{CA479DF5-80D5-4F23-9680-6D6AB800C251}" type="presParOf" srcId="{6CD54C2B-2514-4297-9BEC-A7333682B25E}" destId="{FDAFC559-9CB5-434E-8B52-883150E56C64}" srcOrd="0" destOrd="0" presId="urn:microsoft.com/office/officeart/2005/8/layout/list1"/>
    <dgm:cxn modelId="{51A81A79-FCD3-4F04-B1FE-3FF84C4358FB}" type="presParOf" srcId="{6CD54C2B-2514-4297-9BEC-A7333682B25E}" destId="{AB815486-E6E6-4284-8B32-5ECD28AFB126}" srcOrd="1" destOrd="0" presId="urn:microsoft.com/office/officeart/2005/8/layout/list1"/>
    <dgm:cxn modelId="{B3C9E532-609B-4EF4-9BDC-C19338F9ACF7}" type="presParOf" srcId="{21733D34-AD46-4580-9B39-F1CF61D8E6AF}" destId="{BCA4C0A1-59EB-4A46-9A08-3FE59496486E}" srcOrd="13" destOrd="0" presId="urn:microsoft.com/office/officeart/2005/8/layout/list1"/>
    <dgm:cxn modelId="{CA5E218D-9F10-4A3F-A39B-2AC519C6F5B2}" type="presParOf" srcId="{21733D34-AD46-4580-9B39-F1CF61D8E6AF}" destId="{103C7F04-0773-424C-947F-0D52BC21B06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FFD92C4-ACEC-427C-9C6D-055B5771AD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AA998C-5EE7-4813-B336-5CCE69E676A5}">
      <dgm:prSet phldrT="[Text]" custT="1"/>
      <dgm:spPr/>
      <dgm:t>
        <a:bodyPr/>
        <a:lstStyle/>
        <a:p>
          <a:r>
            <a:rPr lang="en-US" altLang="en-US" sz="2800" dirty="0" smtClean="0"/>
            <a:t>In a relational database, each record (row) in a table must be uniquely identified. </a:t>
          </a:r>
          <a:endParaRPr lang="en-US" sz="2800" dirty="0"/>
        </a:p>
      </dgm:t>
    </dgm:pt>
    <dgm:pt modelId="{449361C4-D302-47E8-A9A4-1E45C5161C85}" type="parTrans" cxnId="{21BDAC93-F5FE-4A3C-BF41-F9B19039B3F1}">
      <dgm:prSet/>
      <dgm:spPr/>
      <dgm:t>
        <a:bodyPr/>
        <a:lstStyle/>
        <a:p>
          <a:endParaRPr lang="en-US"/>
        </a:p>
      </dgm:t>
    </dgm:pt>
    <dgm:pt modelId="{F2EA2667-4F20-4342-B0A3-91FC3ECDCC62}" type="sibTrans" cxnId="{21BDAC93-F5FE-4A3C-BF41-F9B19039B3F1}">
      <dgm:prSet/>
      <dgm:spPr/>
      <dgm:t>
        <a:bodyPr/>
        <a:lstStyle/>
        <a:p>
          <a:endParaRPr lang="en-US"/>
        </a:p>
      </dgm:t>
    </dgm:pt>
    <dgm:pt modelId="{06068D8D-05BF-4A0E-BD7A-601F97D3EC28}">
      <dgm:prSet phldrT="[Text]" custT="1"/>
      <dgm:spPr/>
      <dgm:t>
        <a:bodyPr/>
        <a:lstStyle/>
        <a:p>
          <a:r>
            <a:rPr lang="en-US" altLang="en-US" sz="2400" dirty="0" smtClean="0"/>
            <a:t>Using Primary Key</a:t>
          </a:r>
          <a:endParaRPr lang="en-US" sz="2400" dirty="0"/>
        </a:p>
      </dgm:t>
    </dgm:pt>
    <dgm:pt modelId="{B2DF7DFB-61C9-4F30-B6AD-9CDABEC43A50}" type="parTrans" cxnId="{1969011A-B307-4EE2-8E98-9F8125F4A73E}">
      <dgm:prSet/>
      <dgm:spPr/>
      <dgm:t>
        <a:bodyPr/>
        <a:lstStyle/>
        <a:p>
          <a:endParaRPr lang="en-US"/>
        </a:p>
      </dgm:t>
    </dgm:pt>
    <dgm:pt modelId="{B0DCF35A-1F7D-41FF-878E-FAA1C8F1786E}" type="sibTrans" cxnId="{1969011A-B307-4EE2-8E98-9F8125F4A73E}">
      <dgm:prSet/>
      <dgm:spPr/>
      <dgm:t>
        <a:bodyPr/>
        <a:lstStyle/>
        <a:p>
          <a:endParaRPr lang="en-US"/>
        </a:p>
      </dgm:t>
    </dgm:pt>
    <dgm:pt modelId="{530C37E1-9836-4EBF-B3D7-DB89F07557FD}">
      <dgm:prSet phldrT="[Text]"/>
      <dgm:spPr/>
      <dgm:t>
        <a:bodyPr/>
        <a:lstStyle/>
        <a:p>
          <a:r>
            <a:rPr lang="en-US" altLang="en-US" dirty="0" smtClean="0">
              <a:solidFill>
                <a:schemeClr val="bg1"/>
              </a:solidFill>
            </a:rPr>
            <a:t>A relational database is a collection of tables that are related to one another based on a common field.</a:t>
          </a:r>
          <a:endParaRPr lang="en-US" dirty="0">
            <a:solidFill>
              <a:schemeClr val="bg1"/>
            </a:solidFill>
          </a:endParaRPr>
        </a:p>
      </dgm:t>
    </dgm:pt>
    <dgm:pt modelId="{CB009B4E-72E0-44DD-904C-5F3D612185EB}" type="parTrans" cxnId="{B2172AD4-77F2-4672-824C-1ACDFE07C8AC}">
      <dgm:prSet/>
      <dgm:spPr/>
      <dgm:t>
        <a:bodyPr/>
        <a:lstStyle/>
        <a:p>
          <a:endParaRPr lang="en-US"/>
        </a:p>
      </dgm:t>
    </dgm:pt>
    <dgm:pt modelId="{19A328CC-D49E-4624-9E08-6BE0BBB62C12}" type="sibTrans" cxnId="{B2172AD4-77F2-4672-824C-1ACDFE07C8AC}">
      <dgm:prSet/>
      <dgm:spPr/>
      <dgm:t>
        <a:bodyPr/>
        <a:lstStyle/>
        <a:p>
          <a:endParaRPr lang="en-US"/>
        </a:p>
      </dgm:t>
    </dgm:pt>
    <dgm:pt modelId="{107827DA-1148-4543-9FD7-92667F283724}">
      <dgm:prSet phldrT="[Text]" custT="1"/>
      <dgm:spPr/>
      <dgm:t>
        <a:bodyPr/>
        <a:lstStyle/>
        <a:p>
          <a:r>
            <a:rPr lang="en-US" altLang="en-US" sz="2400" dirty="0" smtClean="0"/>
            <a:t>Using Foreign Key (&amp; Primary Key)</a:t>
          </a:r>
          <a:endParaRPr lang="en-US" sz="2400" dirty="0"/>
        </a:p>
      </dgm:t>
    </dgm:pt>
    <dgm:pt modelId="{9F9E0527-324C-4433-8EF2-3D16AD14479E}" type="parTrans" cxnId="{5D8B4DF6-B250-4992-BBDF-6B551B1C7499}">
      <dgm:prSet/>
      <dgm:spPr/>
      <dgm:t>
        <a:bodyPr/>
        <a:lstStyle/>
        <a:p>
          <a:endParaRPr lang="en-US"/>
        </a:p>
      </dgm:t>
    </dgm:pt>
    <dgm:pt modelId="{5B47F6F4-0522-4E05-A6BD-22A692A7DE7B}" type="sibTrans" cxnId="{5D8B4DF6-B250-4992-BBDF-6B551B1C7499}">
      <dgm:prSet/>
      <dgm:spPr/>
      <dgm:t>
        <a:bodyPr/>
        <a:lstStyle/>
        <a:p>
          <a:endParaRPr lang="en-US"/>
        </a:p>
      </dgm:t>
    </dgm:pt>
    <dgm:pt modelId="{DCE9E266-42F0-471A-857A-72AC4C4D6CE6}" type="pres">
      <dgm:prSet presAssocID="{CFFD92C4-ACEC-427C-9C6D-055B5771AD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763F3B6-D432-4F5E-89C5-C68A232932AE}" type="pres">
      <dgm:prSet presAssocID="{4CAA998C-5EE7-4813-B336-5CCE69E676A5}" presName="parentText" presStyleLbl="node1" presStyleIdx="0" presStyleCnt="2" custScaleY="21551" custLinFactNeighborX="-375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7E3A88-D893-4E27-8E0C-382D01E71364}" type="pres">
      <dgm:prSet presAssocID="{4CAA998C-5EE7-4813-B336-5CCE69E676A5}" presName="childText" presStyleLbl="revTx" presStyleIdx="0" presStyleCnt="2" custLinFactNeighborX="-249" custLinFactNeighborY="33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8FEDB2-09FC-40DA-978C-DE6B5E83F8C5}" type="pres">
      <dgm:prSet presAssocID="{530C37E1-9836-4EBF-B3D7-DB89F07557FD}" presName="parentText" presStyleLbl="node1" presStyleIdx="1" presStyleCnt="2" custScaleY="20088" custLinFactNeighborX="249" custLinFactNeighborY="-1609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6CC36-D717-4B29-965E-3BF4FBA62D18}" type="pres">
      <dgm:prSet presAssocID="{530C37E1-9836-4EBF-B3D7-DB89F07557FD}" presName="childText" presStyleLbl="revTx" presStyleIdx="1" presStyleCnt="2" custScaleY="65944" custLinFactNeighborY="29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BDAC93-F5FE-4A3C-BF41-F9B19039B3F1}" srcId="{CFFD92C4-ACEC-427C-9C6D-055B5771AD92}" destId="{4CAA998C-5EE7-4813-B336-5CCE69E676A5}" srcOrd="0" destOrd="0" parTransId="{449361C4-D302-47E8-A9A4-1E45C5161C85}" sibTransId="{F2EA2667-4F20-4342-B0A3-91FC3ECDCC62}"/>
    <dgm:cxn modelId="{145A7E0D-AB98-4631-A752-D77160490BA2}" type="presOf" srcId="{06068D8D-05BF-4A0E-BD7A-601F97D3EC28}" destId="{3D7E3A88-D893-4E27-8E0C-382D01E71364}" srcOrd="0" destOrd="0" presId="urn:microsoft.com/office/officeart/2005/8/layout/vList2"/>
    <dgm:cxn modelId="{5D8B4DF6-B250-4992-BBDF-6B551B1C7499}" srcId="{530C37E1-9836-4EBF-B3D7-DB89F07557FD}" destId="{107827DA-1148-4543-9FD7-92667F283724}" srcOrd="0" destOrd="0" parTransId="{9F9E0527-324C-4433-8EF2-3D16AD14479E}" sibTransId="{5B47F6F4-0522-4E05-A6BD-22A692A7DE7B}"/>
    <dgm:cxn modelId="{4DDC8302-551C-48BC-9D54-E5D289557CAE}" type="presOf" srcId="{4CAA998C-5EE7-4813-B336-5CCE69E676A5}" destId="{0763F3B6-D432-4F5E-89C5-C68A232932AE}" srcOrd="0" destOrd="0" presId="urn:microsoft.com/office/officeart/2005/8/layout/vList2"/>
    <dgm:cxn modelId="{1969011A-B307-4EE2-8E98-9F8125F4A73E}" srcId="{4CAA998C-5EE7-4813-B336-5CCE69E676A5}" destId="{06068D8D-05BF-4A0E-BD7A-601F97D3EC28}" srcOrd="0" destOrd="0" parTransId="{B2DF7DFB-61C9-4F30-B6AD-9CDABEC43A50}" sibTransId="{B0DCF35A-1F7D-41FF-878E-FAA1C8F1786E}"/>
    <dgm:cxn modelId="{B2172AD4-77F2-4672-824C-1ACDFE07C8AC}" srcId="{CFFD92C4-ACEC-427C-9C6D-055B5771AD92}" destId="{530C37E1-9836-4EBF-B3D7-DB89F07557FD}" srcOrd="1" destOrd="0" parTransId="{CB009B4E-72E0-44DD-904C-5F3D612185EB}" sibTransId="{19A328CC-D49E-4624-9E08-6BE0BBB62C12}"/>
    <dgm:cxn modelId="{002F841D-55E7-4321-992F-4BB01F6A506B}" type="presOf" srcId="{107827DA-1148-4543-9FD7-92667F283724}" destId="{7066CC36-D717-4B29-965E-3BF4FBA62D18}" srcOrd="0" destOrd="0" presId="urn:microsoft.com/office/officeart/2005/8/layout/vList2"/>
    <dgm:cxn modelId="{FCA07C68-F9EF-4733-8E77-F0BED7B388A6}" type="presOf" srcId="{CFFD92C4-ACEC-427C-9C6D-055B5771AD92}" destId="{DCE9E266-42F0-471A-857A-72AC4C4D6CE6}" srcOrd="0" destOrd="0" presId="urn:microsoft.com/office/officeart/2005/8/layout/vList2"/>
    <dgm:cxn modelId="{92787330-FB13-4AE6-A2D9-22A5AD39650B}" type="presOf" srcId="{530C37E1-9836-4EBF-B3D7-DB89F07557FD}" destId="{8C8FEDB2-09FC-40DA-978C-DE6B5E83F8C5}" srcOrd="0" destOrd="0" presId="urn:microsoft.com/office/officeart/2005/8/layout/vList2"/>
    <dgm:cxn modelId="{BDCB1BFF-C70B-4798-B592-679629FD6276}" type="presParOf" srcId="{DCE9E266-42F0-471A-857A-72AC4C4D6CE6}" destId="{0763F3B6-D432-4F5E-89C5-C68A232932AE}" srcOrd="0" destOrd="0" presId="urn:microsoft.com/office/officeart/2005/8/layout/vList2"/>
    <dgm:cxn modelId="{D0CCE19E-8863-4FAC-AB1C-96430DB71C86}" type="presParOf" srcId="{DCE9E266-42F0-471A-857A-72AC4C4D6CE6}" destId="{3D7E3A88-D893-4E27-8E0C-382D01E71364}" srcOrd="1" destOrd="0" presId="urn:microsoft.com/office/officeart/2005/8/layout/vList2"/>
    <dgm:cxn modelId="{50375218-43F3-4CA6-B92A-B6BE2B6806D2}" type="presParOf" srcId="{DCE9E266-42F0-471A-857A-72AC4C4D6CE6}" destId="{8C8FEDB2-09FC-40DA-978C-DE6B5E83F8C5}" srcOrd="2" destOrd="0" presId="urn:microsoft.com/office/officeart/2005/8/layout/vList2"/>
    <dgm:cxn modelId="{A6B7D896-F7F5-4015-A671-A680731E3CA1}" type="presParOf" srcId="{DCE9E266-42F0-471A-857A-72AC4C4D6CE6}" destId="{7066CC36-D717-4B29-965E-3BF4FBA62D1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FD92C4-ACEC-427C-9C6D-055B5771AD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AA998C-5EE7-4813-B336-5CCE69E676A5}">
      <dgm:prSet phldrT="[Text]"/>
      <dgm:spPr/>
      <dgm:t>
        <a:bodyPr/>
        <a:lstStyle/>
        <a:p>
          <a:r>
            <a:rPr lang="en-US" altLang="ko-KR" dirty="0" smtClean="0">
              <a:solidFill>
                <a:schemeClr val="bg1"/>
              </a:solidFill>
              <a:ea typeface="굴림" pitchFamily="34" charset="-127"/>
            </a:rPr>
            <a:t>PK: </a:t>
          </a:r>
          <a:r>
            <a:rPr lang="en-US" altLang="en-US" dirty="0" smtClean="0">
              <a:solidFill>
                <a:schemeClr val="bg1"/>
              </a:solidFill>
            </a:rPr>
            <a:t>A field that</a:t>
          </a:r>
          <a:r>
            <a:rPr lang="en-US" altLang="en-US" b="1" dirty="0" smtClean="0">
              <a:solidFill>
                <a:schemeClr val="bg1"/>
              </a:solidFill>
            </a:rPr>
            <a:t> </a:t>
          </a:r>
          <a:r>
            <a:rPr lang="en-US" altLang="en-US" dirty="0" smtClean="0">
              <a:solidFill>
                <a:schemeClr val="bg1"/>
              </a:solidFill>
            </a:rPr>
            <a:t>uniquely identifies each record in a table.</a:t>
          </a:r>
          <a:endParaRPr lang="en-US" dirty="0">
            <a:solidFill>
              <a:schemeClr val="bg1"/>
            </a:solidFill>
          </a:endParaRPr>
        </a:p>
      </dgm:t>
    </dgm:pt>
    <dgm:pt modelId="{449361C4-D302-47E8-A9A4-1E45C5161C85}" type="parTrans" cxnId="{21BDAC93-F5FE-4A3C-BF41-F9B19039B3F1}">
      <dgm:prSet/>
      <dgm:spPr/>
      <dgm:t>
        <a:bodyPr/>
        <a:lstStyle/>
        <a:p>
          <a:endParaRPr lang="en-US"/>
        </a:p>
      </dgm:t>
    </dgm:pt>
    <dgm:pt modelId="{F2EA2667-4F20-4342-B0A3-91FC3ECDCC62}" type="sibTrans" cxnId="{21BDAC93-F5FE-4A3C-BF41-F9B19039B3F1}">
      <dgm:prSet/>
      <dgm:spPr/>
      <dgm:t>
        <a:bodyPr/>
        <a:lstStyle/>
        <a:p>
          <a:endParaRPr lang="en-US"/>
        </a:p>
      </dgm:t>
    </dgm:pt>
    <dgm:pt modelId="{9C9518DB-9C10-4314-BA88-47EBB12CCE9A}">
      <dgm:prSet phldrT="[Text]" custT="1"/>
      <dgm:spPr/>
      <dgm:t>
        <a:bodyPr/>
        <a:lstStyle/>
        <a:p>
          <a:r>
            <a:rPr lang="en-US" altLang="en-US" sz="2400" dirty="0" smtClean="0"/>
            <a:t>SS#, </a:t>
          </a:r>
          <a:r>
            <a:rPr lang="en-US" altLang="ko-KR" sz="2400" dirty="0" smtClean="0">
              <a:ea typeface="굴림" pitchFamily="34" charset="-127"/>
            </a:rPr>
            <a:t>Student</a:t>
          </a:r>
          <a:r>
            <a:rPr lang="en-US" altLang="en-US" sz="2400" dirty="0" smtClean="0"/>
            <a:t> ID</a:t>
          </a:r>
          <a:endParaRPr lang="en-US" sz="2400" dirty="0"/>
        </a:p>
      </dgm:t>
    </dgm:pt>
    <dgm:pt modelId="{69ABF48D-2828-424A-BFDB-D8BF0B033CE8}" type="parTrans" cxnId="{66114E1C-613A-4D9B-BEAD-AF8FA34DF35D}">
      <dgm:prSet/>
      <dgm:spPr/>
      <dgm:t>
        <a:bodyPr/>
        <a:lstStyle/>
        <a:p>
          <a:endParaRPr lang="en-US"/>
        </a:p>
      </dgm:t>
    </dgm:pt>
    <dgm:pt modelId="{79123C46-5D46-4041-A616-78C1A615C698}" type="sibTrans" cxnId="{66114E1C-613A-4D9B-BEAD-AF8FA34DF35D}">
      <dgm:prSet/>
      <dgm:spPr/>
      <dgm:t>
        <a:bodyPr/>
        <a:lstStyle/>
        <a:p>
          <a:endParaRPr lang="en-US"/>
        </a:p>
      </dgm:t>
    </dgm:pt>
    <dgm:pt modelId="{C109A8C9-E3B9-41E5-8D13-4F8D372E009F}">
      <dgm:prSet custT="1"/>
      <dgm:spPr/>
      <dgm:t>
        <a:bodyPr/>
        <a:lstStyle/>
        <a:p>
          <a:r>
            <a:rPr lang="en-US" altLang="en-US" sz="2400" dirty="0" smtClean="0"/>
            <a:t>It does not have to be first field.</a:t>
          </a:r>
        </a:p>
      </dgm:t>
    </dgm:pt>
    <dgm:pt modelId="{388304BA-D0D9-4F13-982D-1EA68297E80F}" type="parTrans" cxnId="{56D0C83E-0073-482E-A179-153B2AD445EB}">
      <dgm:prSet/>
      <dgm:spPr/>
      <dgm:t>
        <a:bodyPr/>
        <a:lstStyle/>
        <a:p>
          <a:endParaRPr lang="en-US"/>
        </a:p>
      </dgm:t>
    </dgm:pt>
    <dgm:pt modelId="{364856E8-23B1-46F8-8899-B4E2DB1111BD}" type="sibTrans" cxnId="{56D0C83E-0073-482E-A179-153B2AD445EB}">
      <dgm:prSet/>
      <dgm:spPr/>
      <dgm:t>
        <a:bodyPr/>
        <a:lstStyle/>
        <a:p>
          <a:endParaRPr lang="en-US"/>
        </a:p>
      </dgm:t>
    </dgm:pt>
    <dgm:pt modelId="{08BCD346-A3F2-498C-A7A3-C0B0186948AF}">
      <dgm:prSet/>
      <dgm:spPr/>
      <dgm:t>
        <a:bodyPr/>
        <a:lstStyle/>
        <a:p>
          <a:r>
            <a:rPr lang="en-US" altLang="ko-KR" dirty="0" smtClean="0">
              <a:solidFill>
                <a:schemeClr val="bg1"/>
              </a:solidFill>
              <a:ea typeface="굴림" pitchFamily="34" charset="-127"/>
            </a:rPr>
            <a:t>FK: </a:t>
          </a:r>
          <a:r>
            <a:rPr lang="en-US" altLang="en-US" dirty="0" smtClean="0">
              <a:solidFill>
                <a:schemeClr val="bg1"/>
              </a:solidFill>
            </a:rPr>
            <a:t>A field that connects one table logically with another table .</a:t>
          </a:r>
        </a:p>
      </dgm:t>
    </dgm:pt>
    <dgm:pt modelId="{332E1151-7A5B-488A-890D-9788F0AA05E0}" type="parTrans" cxnId="{F950E2D8-F47D-4939-9165-2423CD5C52AA}">
      <dgm:prSet/>
      <dgm:spPr/>
      <dgm:t>
        <a:bodyPr/>
        <a:lstStyle/>
        <a:p>
          <a:endParaRPr lang="en-US"/>
        </a:p>
      </dgm:t>
    </dgm:pt>
    <dgm:pt modelId="{C78F3E6F-5D09-4A80-9A07-8BF54B40C428}" type="sibTrans" cxnId="{F950E2D8-F47D-4939-9165-2423CD5C52AA}">
      <dgm:prSet/>
      <dgm:spPr/>
      <dgm:t>
        <a:bodyPr/>
        <a:lstStyle/>
        <a:p>
          <a:endParaRPr lang="en-US"/>
        </a:p>
      </dgm:t>
    </dgm:pt>
    <dgm:pt modelId="{F5E41E0C-BFA7-4193-8C6B-8C30F55A5A5D}">
      <dgm:prSet custT="1"/>
      <dgm:spPr/>
      <dgm:t>
        <a:bodyPr/>
        <a:lstStyle/>
        <a:p>
          <a:r>
            <a:rPr lang="en-US" altLang="ko-KR" sz="2400" dirty="0" smtClean="0">
              <a:ea typeface="굴림" pitchFamily="34" charset="-127"/>
            </a:rPr>
            <a:t>Rule of Thumb:</a:t>
          </a:r>
          <a:r>
            <a:rPr lang="en-US" altLang="ko-KR" sz="2400" b="1" dirty="0" smtClean="0">
              <a:solidFill>
                <a:srgbClr val="0000FF"/>
              </a:solidFill>
              <a:ea typeface="굴림" pitchFamily="34" charset="-127"/>
            </a:rPr>
            <a:t> PK = FK </a:t>
          </a:r>
          <a:r>
            <a:rPr lang="en-US" altLang="ko-KR" sz="2400" dirty="0" smtClean="0">
              <a:ea typeface="굴림" pitchFamily="34" charset="-127"/>
            </a:rPr>
            <a:t>(value) </a:t>
          </a:r>
          <a:endParaRPr lang="en-US" altLang="en-US" sz="2400" dirty="0" smtClean="0"/>
        </a:p>
      </dgm:t>
    </dgm:pt>
    <dgm:pt modelId="{01410039-EC08-4D1D-B462-9C15E5DD2789}" type="parTrans" cxnId="{0C3BDA1B-DA55-458C-A3CF-D221C4C5F9E4}">
      <dgm:prSet/>
      <dgm:spPr/>
      <dgm:t>
        <a:bodyPr/>
        <a:lstStyle/>
        <a:p>
          <a:endParaRPr lang="en-US"/>
        </a:p>
      </dgm:t>
    </dgm:pt>
    <dgm:pt modelId="{FCDE9FF1-84E2-4446-BA0B-E935CA9E9C37}" type="sibTrans" cxnId="{0C3BDA1B-DA55-458C-A3CF-D221C4C5F9E4}">
      <dgm:prSet/>
      <dgm:spPr/>
      <dgm:t>
        <a:bodyPr/>
        <a:lstStyle/>
        <a:p>
          <a:endParaRPr lang="en-US"/>
        </a:p>
      </dgm:t>
    </dgm:pt>
    <dgm:pt modelId="{DCE9E266-42F0-471A-857A-72AC4C4D6CE6}" type="pres">
      <dgm:prSet presAssocID="{CFFD92C4-ACEC-427C-9C6D-055B5771AD9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763F3B6-D432-4F5E-89C5-C68A232932AE}" type="pres">
      <dgm:prSet presAssocID="{4CAA998C-5EE7-4813-B336-5CCE69E676A5}" presName="parentText" presStyleLbl="node1" presStyleIdx="0" presStyleCnt="2" custScaleY="26986" custLinFactNeighborX="-375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7E3A88-D893-4E27-8E0C-382D01E71364}" type="pres">
      <dgm:prSet presAssocID="{4CAA998C-5EE7-4813-B336-5CCE69E676A5}" presName="childText" presStyleLbl="revTx" presStyleIdx="0" presStyleCnt="2" custLinFactNeighborY="303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0E5E69-C64C-4A72-9C3D-792A2F0F0D31}" type="pres">
      <dgm:prSet presAssocID="{08BCD346-A3F2-498C-A7A3-C0B0186948AF}" presName="parentText" presStyleLbl="node1" presStyleIdx="1" presStyleCnt="2" custScaleY="26996" custLinFactNeighborY="-59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2A3F6F-B2B5-4F9D-9456-1278E7F9C42A}" type="pres">
      <dgm:prSet presAssocID="{08BCD346-A3F2-498C-A7A3-C0B0186948AF}" presName="childText" presStyleLbl="revTx" presStyleIdx="1" presStyleCnt="2" custLinFactNeighborX="249" custLinFactNeighborY="71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E178F1-0B4A-41DB-BF0A-B7B1C0CB8CDF}" type="presOf" srcId="{C109A8C9-E3B9-41E5-8D13-4F8D372E009F}" destId="{3D7E3A88-D893-4E27-8E0C-382D01E71364}" srcOrd="0" destOrd="1" presId="urn:microsoft.com/office/officeart/2005/8/layout/vList2"/>
    <dgm:cxn modelId="{4DDC8302-551C-48BC-9D54-E5D289557CAE}" type="presOf" srcId="{4CAA998C-5EE7-4813-B336-5CCE69E676A5}" destId="{0763F3B6-D432-4F5E-89C5-C68A232932AE}" srcOrd="0" destOrd="0" presId="urn:microsoft.com/office/officeart/2005/8/layout/vList2"/>
    <dgm:cxn modelId="{56D0C83E-0073-482E-A179-153B2AD445EB}" srcId="{4CAA998C-5EE7-4813-B336-5CCE69E676A5}" destId="{C109A8C9-E3B9-41E5-8D13-4F8D372E009F}" srcOrd="1" destOrd="0" parTransId="{388304BA-D0D9-4F13-982D-1EA68297E80F}" sibTransId="{364856E8-23B1-46F8-8899-B4E2DB1111BD}"/>
    <dgm:cxn modelId="{F950E2D8-F47D-4939-9165-2423CD5C52AA}" srcId="{CFFD92C4-ACEC-427C-9C6D-055B5771AD92}" destId="{08BCD346-A3F2-498C-A7A3-C0B0186948AF}" srcOrd="1" destOrd="0" parTransId="{332E1151-7A5B-488A-890D-9788F0AA05E0}" sibTransId="{C78F3E6F-5D09-4A80-9A07-8BF54B40C428}"/>
    <dgm:cxn modelId="{66114E1C-613A-4D9B-BEAD-AF8FA34DF35D}" srcId="{4CAA998C-5EE7-4813-B336-5CCE69E676A5}" destId="{9C9518DB-9C10-4314-BA88-47EBB12CCE9A}" srcOrd="0" destOrd="0" parTransId="{69ABF48D-2828-424A-BFDB-D8BF0B033CE8}" sibTransId="{79123C46-5D46-4041-A616-78C1A615C698}"/>
    <dgm:cxn modelId="{796F760D-AEF7-4C79-8C7C-6FA87889DBDC}" type="presOf" srcId="{08BCD346-A3F2-498C-A7A3-C0B0186948AF}" destId="{980E5E69-C64C-4A72-9C3D-792A2F0F0D31}" srcOrd="0" destOrd="0" presId="urn:microsoft.com/office/officeart/2005/8/layout/vList2"/>
    <dgm:cxn modelId="{FCA07C68-F9EF-4733-8E77-F0BED7B388A6}" type="presOf" srcId="{CFFD92C4-ACEC-427C-9C6D-055B5771AD92}" destId="{DCE9E266-42F0-471A-857A-72AC4C4D6CE6}" srcOrd="0" destOrd="0" presId="urn:microsoft.com/office/officeart/2005/8/layout/vList2"/>
    <dgm:cxn modelId="{0C3BDA1B-DA55-458C-A3CF-D221C4C5F9E4}" srcId="{08BCD346-A3F2-498C-A7A3-C0B0186948AF}" destId="{F5E41E0C-BFA7-4193-8C6B-8C30F55A5A5D}" srcOrd="0" destOrd="0" parTransId="{01410039-EC08-4D1D-B462-9C15E5DD2789}" sibTransId="{FCDE9FF1-84E2-4446-BA0B-E935CA9E9C37}"/>
    <dgm:cxn modelId="{B613FA14-3F37-4C64-8A9C-3064A4C79D82}" type="presOf" srcId="{9C9518DB-9C10-4314-BA88-47EBB12CCE9A}" destId="{3D7E3A88-D893-4E27-8E0C-382D01E71364}" srcOrd="0" destOrd="0" presId="urn:microsoft.com/office/officeart/2005/8/layout/vList2"/>
    <dgm:cxn modelId="{B4F76CBC-BFC9-4FCB-9303-A66BF94EA483}" type="presOf" srcId="{F5E41E0C-BFA7-4193-8C6B-8C30F55A5A5D}" destId="{CD2A3F6F-B2B5-4F9D-9456-1278E7F9C42A}" srcOrd="0" destOrd="0" presId="urn:microsoft.com/office/officeart/2005/8/layout/vList2"/>
    <dgm:cxn modelId="{21BDAC93-F5FE-4A3C-BF41-F9B19039B3F1}" srcId="{CFFD92C4-ACEC-427C-9C6D-055B5771AD92}" destId="{4CAA998C-5EE7-4813-B336-5CCE69E676A5}" srcOrd="0" destOrd="0" parTransId="{449361C4-D302-47E8-A9A4-1E45C5161C85}" sibTransId="{F2EA2667-4F20-4342-B0A3-91FC3ECDCC62}"/>
    <dgm:cxn modelId="{BDCB1BFF-C70B-4798-B592-679629FD6276}" type="presParOf" srcId="{DCE9E266-42F0-471A-857A-72AC4C4D6CE6}" destId="{0763F3B6-D432-4F5E-89C5-C68A232932AE}" srcOrd="0" destOrd="0" presId="urn:microsoft.com/office/officeart/2005/8/layout/vList2"/>
    <dgm:cxn modelId="{BE228065-9890-4F9C-97D2-992642C45B90}" type="presParOf" srcId="{DCE9E266-42F0-471A-857A-72AC4C4D6CE6}" destId="{3D7E3A88-D893-4E27-8E0C-382D01E71364}" srcOrd="1" destOrd="0" presId="urn:microsoft.com/office/officeart/2005/8/layout/vList2"/>
    <dgm:cxn modelId="{4F4DDCD1-64AE-4004-A345-263245E5FC26}" type="presParOf" srcId="{DCE9E266-42F0-471A-857A-72AC4C4D6CE6}" destId="{980E5E69-C64C-4A72-9C3D-792A2F0F0D31}" srcOrd="2" destOrd="0" presId="urn:microsoft.com/office/officeart/2005/8/layout/vList2"/>
    <dgm:cxn modelId="{73C22B03-316A-40E0-AD18-34DBF3374070}" type="presParOf" srcId="{DCE9E266-42F0-471A-857A-72AC4C4D6CE6}" destId="{CD2A3F6F-B2B5-4F9D-9456-1278E7F9C42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66FD5D1-7518-4374-8DC6-C55823AA3C39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AB392E-F536-4FB1-8867-D9BDF537CE51}">
      <dgm:prSet phldrT="[Text]"/>
      <dgm:spPr/>
      <dgm:t>
        <a:bodyPr/>
        <a:lstStyle/>
        <a:p>
          <a:r>
            <a:rPr lang="en-US" altLang="en-US" dirty="0" smtClean="0"/>
            <a:t>PAU Procurement Unit has invited you to develop a database system for PAU Talk Shop.  The shop sells items such as notebooks, picture frames, flash drives, PAU T-Shirts and snacks.  The shop wishes to track the items in the inventory, sales and customer information.  You agree to assist in setting up a simple MS Access database that will track the appropriate information.</a:t>
          </a:r>
          <a:endParaRPr lang="en-US" dirty="0"/>
        </a:p>
      </dgm:t>
    </dgm:pt>
    <dgm:pt modelId="{55C2F3D8-988C-4359-AC69-3B1331C35464}" type="parTrans" cxnId="{E27BD517-A279-4F3F-B643-80186519F261}">
      <dgm:prSet/>
      <dgm:spPr/>
      <dgm:t>
        <a:bodyPr/>
        <a:lstStyle/>
        <a:p>
          <a:endParaRPr lang="en-US"/>
        </a:p>
      </dgm:t>
    </dgm:pt>
    <dgm:pt modelId="{2CC40B45-DD79-4B7F-A417-1AE39A3C3E54}" type="sibTrans" cxnId="{E27BD517-A279-4F3F-B643-80186519F261}">
      <dgm:prSet/>
      <dgm:spPr/>
      <dgm:t>
        <a:bodyPr/>
        <a:lstStyle/>
        <a:p>
          <a:endParaRPr lang="en-US"/>
        </a:p>
      </dgm:t>
    </dgm:pt>
    <dgm:pt modelId="{89D5C3A7-9D6F-41AC-9B93-08555B263985}">
      <dgm:prSet phldrT="[Text]"/>
      <dgm:spPr/>
      <dgm:t>
        <a:bodyPr/>
        <a:lstStyle/>
        <a:p>
          <a:r>
            <a:rPr lang="en-US" altLang="en-US" dirty="0" smtClean="0"/>
            <a:t>You identify that three tables should be created:</a:t>
          </a:r>
          <a:endParaRPr lang="en-US" dirty="0"/>
        </a:p>
      </dgm:t>
    </dgm:pt>
    <dgm:pt modelId="{C26D74C4-4F2A-46D3-95AF-8E1DDE036053}" type="parTrans" cxnId="{26246B8A-9528-4871-88CA-BBC7FB07AA17}">
      <dgm:prSet/>
      <dgm:spPr/>
      <dgm:t>
        <a:bodyPr/>
        <a:lstStyle/>
        <a:p>
          <a:endParaRPr lang="en-US"/>
        </a:p>
      </dgm:t>
    </dgm:pt>
    <dgm:pt modelId="{600CF5FC-2BC8-4D72-9D68-5CF9457E3A24}" type="sibTrans" cxnId="{26246B8A-9528-4871-88CA-BBC7FB07AA17}">
      <dgm:prSet/>
      <dgm:spPr/>
      <dgm:t>
        <a:bodyPr/>
        <a:lstStyle/>
        <a:p>
          <a:endParaRPr lang="en-US"/>
        </a:p>
      </dgm:t>
    </dgm:pt>
    <dgm:pt modelId="{B04D1F16-FC44-430D-8B62-711F4697EC0D}">
      <dgm:prSet/>
      <dgm:spPr/>
      <dgm:t>
        <a:bodyPr/>
        <a:lstStyle/>
        <a:p>
          <a:r>
            <a:rPr lang="en-US" altLang="en-US" dirty="0" smtClean="0"/>
            <a:t>Product Table containing the product number, product name, product description, product price, and product on hand.</a:t>
          </a:r>
          <a:endParaRPr lang="en-US" altLang="en-US" dirty="0"/>
        </a:p>
      </dgm:t>
    </dgm:pt>
    <dgm:pt modelId="{2D393953-46F8-4E56-AE44-AC188497D1ED}" type="parTrans" cxnId="{30EA4EBB-7547-4F54-A40B-5C1CB0403ED9}">
      <dgm:prSet/>
      <dgm:spPr/>
      <dgm:t>
        <a:bodyPr/>
        <a:lstStyle/>
        <a:p>
          <a:endParaRPr lang="en-US"/>
        </a:p>
      </dgm:t>
    </dgm:pt>
    <dgm:pt modelId="{0D781A3A-D087-4076-A686-789BB1D26B9B}" type="sibTrans" cxnId="{30EA4EBB-7547-4F54-A40B-5C1CB0403ED9}">
      <dgm:prSet/>
      <dgm:spPr/>
      <dgm:t>
        <a:bodyPr/>
        <a:lstStyle/>
        <a:p>
          <a:endParaRPr lang="en-US"/>
        </a:p>
      </dgm:t>
    </dgm:pt>
    <dgm:pt modelId="{7B358F3F-9599-40AE-ABB2-BA30F3E28D77}">
      <dgm:prSet/>
      <dgm:spPr/>
      <dgm:t>
        <a:bodyPr/>
        <a:lstStyle/>
        <a:p>
          <a:r>
            <a:rPr lang="en-US" altLang="en-US" dirty="0" smtClean="0"/>
            <a:t>Sale Table containing the sale number, sale date, the product sold and the customer.</a:t>
          </a:r>
          <a:endParaRPr lang="en-US" altLang="en-US" dirty="0"/>
        </a:p>
      </dgm:t>
    </dgm:pt>
    <dgm:pt modelId="{79CA5653-F254-49D8-8623-F6E038E93F60}" type="parTrans" cxnId="{B0910376-12E3-4933-A2DE-D7C2140FD4CA}">
      <dgm:prSet/>
      <dgm:spPr/>
      <dgm:t>
        <a:bodyPr/>
        <a:lstStyle/>
        <a:p>
          <a:endParaRPr lang="en-US"/>
        </a:p>
      </dgm:t>
    </dgm:pt>
    <dgm:pt modelId="{879F597B-8B4A-40B1-AD59-B00A82E71F54}" type="sibTrans" cxnId="{B0910376-12E3-4933-A2DE-D7C2140FD4CA}">
      <dgm:prSet/>
      <dgm:spPr/>
      <dgm:t>
        <a:bodyPr/>
        <a:lstStyle/>
        <a:p>
          <a:endParaRPr lang="en-US"/>
        </a:p>
      </dgm:t>
    </dgm:pt>
    <dgm:pt modelId="{82A771B0-229E-4FB6-B3FF-11F4F4550125}">
      <dgm:prSet/>
      <dgm:spPr/>
      <dgm:t>
        <a:bodyPr/>
        <a:lstStyle/>
        <a:p>
          <a:r>
            <a:rPr lang="en-US" altLang="en-US" dirty="0" smtClean="0"/>
            <a:t>Customer Table containing the customer number, customer last name, customer first name, phone number, address and notes about customer preferences</a:t>
          </a:r>
          <a:endParaRPr lang="en-US" altLang="en-US" dirty="0"/>
        </a:p>
      </dgm:t>
    </dgm:pt>
    <dgm:pt modelId="{D7109D45-0AD9-4EDC-BD96-06F8BC947927}" type="parTrans" cxnId="{3BD9D237-62D2-4AE2-A56E-51D89F46B6DB}">
      <dgm:prSet/>
      <dgm:spPr/>
      <dgm:t>
        <a:bodyPr/>
        <a:lstStyle/>
        <a:p>
          <a:endParaRPr lang="en-US"/>
        </a:p>
      </dgm:t>
    </dgm:pt>
    <dgm:pt modelId="{CAD2B652-1F93-4144-BC04-628C57E2345A}" type="sibTrans" cxnId="{3BD9D237-62D2-4AE2-A56E-51D89F46B6DB}">
      <dgm:prSet/>
      <dgm:spPr/>
      <dgm:t>
        <a:bodyPr/>
        <a:lstStyle/>
        <a:p>
          <a:endParaRPr lang="en-US"/>
        </a:p>
      </dgm:t>
    </dgm:pt>
    <dgm:pt modelId="{A1657A2F-79E2-46C0-8713-B95D84FA66AB}" type="pres">
      <dgm:prSet presAssocID="{E66FD5D1-7518-4374-8DC6-C55823AA3C3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508CD5C-6961-487E-A957-272441A17AB7}" type="pres">
      <dgm:prSet presAssocID="{EFAB392E-F536-4FB1-8867-D9BDF537CE51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FFBB8C-BF54-4269-BD5A-8F405ACEF192}" type="pres">
      <dgm:prSet presAssocID="{2CC40B45-DD79-4B7F-A417-1AE39A3C3E54}" presName="sibTrans" presStyleCnt="0"/>
      <dgm:spPr/>
    </dgm:pt>
    <dgm:pt modelId="{3B866C28-C045-44DF-9262-8983A4E9898B}" type="pres">
      <dgm:prSet presAssocID="{89D5C3A7-9D6F-41AC-9B93-08555B263985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B5E110-0D05-43FC-A508-9FAF85C96C3D}" type="presOf" srcId="{E66FD5D1-7518-4374-8DC6-C55823AA3C39}" destId="{A1657A2F-79E2-46C0-8713-B95D84FA66AB}" srcOrd="0" destOrd="0" presId="urn:microsoft.com/office/officeart/2005/8/layout/hList6"/>
    <dgm:cxn modelId="{DA64DB4B-19E2-498F-A87A-EC84C69F5C57}" type="presOf" srcId="{82A771B0-229E-4FB6-B3FF-11F4F4550125}" destId="{3B866C28-C045-44DF-9262-8983A4E9898B}" srcOrd="0" destOrd="3" presId="urn:microsoft.com/office/officeart/2005/8/layout/hList6"/>
    <dgm:cxn modelId="{3BD9D237-62D2-4AE2-A56E-51D89F46B6DB}" srcId="{89D5C3A7-9D6F-41AC-9B93-08555B263985}" destId="{82A771B0-229E-4FB6-B3FF-11F4F4550125}" srcOrd="2" destOrd="0" parTransId="{D7109D45-0AD9-4EDC-BD96-06F8BC947927}" sibTransId="{CAD2B652-1F93-4144-BC04-628C57E2345A}"/>
    <dgm:cxn modelId="{88C92B17-26DF-448D-8E61-3AE35B44064B}" type="presOf" srcId="{89D5C3A7-9D6F-41AC-9B93-08555B263985}" destId="{3B866C28-C045-44DF-9262-8983A4E9898B}" srcOrd="0" destOrd="0" presId="urn:microsoft.com/office/officeart/2005/8/layout/hList6"/>
    <dgm:cxn modelId="{26246B8A-9528-4871-88CA-BBC7FB07AA17}" srcId="{E66FD5D1-7518-4374-8DC6-C55823AA3C39}" destId="{89D5C3A7-9D6F-41AC-9B93-08555B263985}" srcOrd="1" destOrd="0" parTransId="{C26D74C4-4F2A-46D3-95AF-8E1DDE036053}" sibTransId="{600CF5FC-2BC8-4D72-9D68-5CF9457E3A24}"/>
    <dgm:cxn modelId="{477C1800-8F72-4182-836F-D48E72387AF3}" type="presOf" srcId="{EFAB392E-F536-4FB1-8867-D9BDF537CE51}" destId="{E508CD5C-6961-487E-A957-272441A17AB7}" srcOrd="0" destOrd="0" presId="urn:microsoft.com/office/officeart/2005/8/layout/hList6"/>
    <dgm:cxn modelId="{30EA4EBB-7547-4F54-A40B-5C1CB0403ED9}" srcId="{89D5C3A7-9D6F-41AC-9B93-08555B263985}" destId="{B04D1F16-FC44-430D-8B62-711F4697EC0D}" srcOrd="0" destOrd="0" parTransId="{2D393953-46F8-4E56-AE44-AC188497D1ED}" sibTransId="{0D781A3A-D087-4076-A686-789BB1D26B9B}"/>
    <dgm:cxn modelId="{2AE27832-3E5E-42CB-ACF8-680822BDB8F3}" type="presOf" srcId="{7B358F3F-9599-40AE-ABB2-BA30F3E28D77}" destId="{3B866C28-C045-44DF-9262-8983A4E9898B}" srcOrd="0" destOrd="2" presId="urn:microsoft.com/office/officeart/2005/8/layout/hList6"/>
    <dgm:cxn modelId="{73E5B6A0-6998-4E6E-A827-EAF09458E44B}" type="presOf" srcId="{B04D1F16-FC44-430D-8B62-711F4697EC0D}" destId="{3B866C28-C045-44DF-9262-8983A4E9898B}" srcOrd="0" destOrd="1" presId="urn:microsoft.com/office/officeart/2005/8/layout/hList6"/>
    <dgm:cxn modelId="{B0910376-12E3-4933-A2DE-D7C2140FD4CA}" srcId="{89D5C3A7-9D6F-41AC-9B93-08555B263985}" destId="{7B358F3F-9599-40AE-ABB2-BA30F3E28D77}" srcOrd="1" destOrd="0" parTransId="{79CA5653-F254-49D8-8623-F6E038E93F60}" sibTransId="{879F597B-8B4A-40B1-AD59-B00A82E71F54}"/>
    <dgm:cxn modelId="{E27BD517-A279-4F3F-B643-80186519F261}" srcId="{E66FD5D1-7518-4374-8DC6-C55823AA3C39}" destId="{EFAB392E-F536-4FB1-8867-D9BDF537CE51}" srcOrd="0" destOrd="0" parTransId="{55C2F3D8-988C-4359-AC69-3B1331C35464}" sibTransId="{2CC40B45-DD79-4B7F-A417-1AE39A3C3E54}"/>
    <dgm:cxn modelId="{D3753F45-405B-4C1E-B660-2D5FDEB53754}" type="presParOf" srcId="{A1657A2F-79E2-46C0-8713-B95D84FA66AB}" destId="{E508CD5C-6961-487E-A957-272441A17AB7}" srcOrd="0" destOrd="0" presId="urn:microsoft.com/office/officeart/2005/8/layout/hList6"/>
    <dgm:cxn modelId="{72CD201C-48E7-4937-84D7-BB320A54EE68}" type="presParOf" srcId="{A1657A2F-79E2-46C0-8713-B95D84FA66AB}" destId="{9EFFBB8C-BF54-4269-BD5A-8F405ACEF192}" srcOrd="1" destOrd="0" presId="urn:microsoft.com/office/officeart/2005/8/layout/hList6"/>
    <dgm:cxn modelId="{C785BD92-9D60-4F0E-9F42-51025E6A1BB1}" type="presParOf" srcId="{A1657A2F-79E2-46C0-8713-B95D84FA66AB}" destId="{3B866C28-C045-44DF-9262-8983A4E9898B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BAB669-5CCE-47F0-BB74-89E4D6D28DA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6CA3A1-153E-4BA4-A863-7AD1561E2D8B}">
      <dgm:prSet phldrT="[Text]" custT="1"/>
      <dgm:spPr/>
      <dgm:t>
        <a:bodyPr/>
        <a:lstStyle/>
        <a:p>
          <a:r>
            <a:rPr lang="en-US" altLang="en-US" sz="2000" dirty="0" smtClean="0"/>
            <a:t>A one-to-one relationship exists when one table has one record associated with only one record of another table.</a:t>
          </a:r>
          <a:endParaRPr lang="en-US" sz="2000" dirty="0"/>
        </a:p>
      </dgm:t>
    </dgm:pt>
    <dgm:pt modelId="{50EF461C-D3F4-4C79-A413-E07552E1EFB5}" type="parTrans" cxnId="{8066312F-CA84-4982-A3D6-1E2A9AA11BFE}">
      <dgm:prSet/>
      <dgm:spPr/>
      <dgm:t>
        <a:bodyPr/>
        <a:lstStyle/>
        <a:p>
          <a:endParaRPr lang="en-US"/>
        </a:p>
      </dgm:t>
    </dgm:pt>
    <dgm:pt modelId="{F1CB77D7-8AC3-412A-A254-7496A4B8995D}" type="sibTrans" cxnId="{8066312F-CA84-4982-A3D6-1E2A9AA11BFE}">
      <dgm:prSet/>
      <dgm:spPr/>
      <dgm:t>
        <a:bodyPr/>
        <a:lstStyle/>
        <a:p>
          <a:endParaRPr lang="en-US"/>
        </a:p>
      </dgm:t>
    </dgm:pt>
    <dgm:pt modelId="{97E55E99-9A34-48D6-9B7D-2D4636920D10}">
      <dgm:prSet custT="1"/>
      <dgm:spPr/>
      <dgm:t>
        <a:bodyPr/>
        <a:lstStyle/>
        <a:p>
          <a:r>
            <a:rPr lang="en-US" altLang="ko-KR" sz="2000" dirty="0" smtClean="0">
              <a:ea typeface="굴림" pitchFamily="34" charset="-127"/>
            </a:rPr>
            <a:t>As we saw from PK as FK database</a:t>
          </a:r>
        </a:p>
      </dgm:t>
    </dgm:pt>
    <dgm:pt modelId="{84518A86-F9C4-4951-B501-A31A25517A57}" type="parTrans" cxnId="{5267B06C-14A9-45C6-BA2E-EECD11613051}">
      <dgm:prSet/>
      <dgm:spPr/>
      <dgm:t>
        <a:bodyPr/>
        <a:lstStyle/>
        <a:p>
          <a:endParaRPr lang="en-US"/>
        </a:p>
      </dgm:t>
    </dgm:pt>
    <dgm:pt modelId="{B902B6BD-AFDE-49B0-A432-70B090770CEE}" type="sibTrans" cxnId="{5267B06C-14A9-45C6-BA2E-EECD11613051}">
      <dgm:prSet/>
      <dgm:spPr/>
      <dgm:t>
        <a:bodyPr/>
        <a:lstStyle/>
        <a:p>
          <a:endParaRPr lang="en-US"/>
        </a:p>
      </dgm:t>
    </dgm:pt>
    <dgm:pt modelId="{59E54655-40AE-40B9-A1EE-5664785A205B}">
      <dgm:prSet custT="1"/>
      <dgm:spPr/>
      <dgm:t>
        <a:bodyPr/>
        <a:lstStyle/>
        <a:p>
          <a:r>
            <a:rPr lang="en-US" altLang="ko-KR" sz="2000" dirty="0" smtClean="0">
              <a:ea typeface="굴림" pitchFamily="34" charset="-127"/>
            </a:rPr>
            <a:t>Sales </a:t>
          </a:r>
          <a:r>
            <a:rPr lang="en-US" altLang="en-US" sz="2000" dirty="0" smtClean="0"/>
            <a:t>table is an </a:t>
          </a:r>
          <a:r>
            <a:rPr lang="en-US" altLang="en-US" sz="2000" b="1" dirty="0" smtClean="0"/>
            <a:t>related table</a:t>
          </a:r>
          <a:r>
            <a:rPr lang="en-US" altLang="en-US" sz="2000" dirty="0" smtClean="0"/>
            <a:t>. </a:t>
          </a:r>
        </a:p>
      </dgm:t>
    </dgm:pt>
    <dgm:pt modelId="{3DF406B6-01E7-4C44-8174-A06A4DBB04D2}" type="parTrans" cxnId="{F5C2039C-E1C6-4763-A1F6-8991F2D3E6B7}">
      <dgm:prSet/>
      <dgm:spPr/>
      <dgm:t>
        <a:bodyPr/>
        <a:lstStyle/>
        <a:p>
          <a:endParaRPr lang="en-US"/>
        </a:p>
      </dgm:t>
    </dgm:pt>
    <dgm:pt modelId="{0FF9F5B2-6584-462A-9450-8DDE53C07916}" type="sibTrans" cxnId="{F5C2039C-E1C6-4763-A1F6-8991F2D3E6B7}">
      <dgm:prSet/>
      <dgm:spPr/>
      <dgm:t>
        <a:bodyPr/>
        <a:lstStyle/>
        <a:p>
          <a:endParaRPr lang="en-US"/>
        </a:p>
      </dgm:t>
    </dgm:pt>
    <dgm:pt modelId="{D34CF544-A248-4921-9B35-918316E8111E}">
      <dgm:prSet custT="1"/>
      <dgm:spPr/>
      <dgm:t>
        <a:bodyPr/>
        <a:lstStyle/>
        <a:p>
          <a:r>
            <a:rPr lang="en-US" altLang="en-US" sz="2000" b="1" dirty="0" smtClean="0"/>
            <a:t>Primary table</a:t>
          </a:r>
          <a:r>
            <a:rPr lang="en-US" altLang="en-US" sz="2000" dirty="0" smtClean="0"/>
            <a:t>: customer table</a:t>
          </a:r>
        </a:p>
      </dgm:t>
    </dgm:pt>
    <dgm:pt modelId="{506C0FE1-78CD-4C1F-9A5C-F574F21FFC79}" type="parTrans" cxnId="{CAB17438-D330-40F5-B9FE-0B3B02B7BAE6}">
      <dgm:prSet/>
      <dgm:spPr/>
      <dgm:t>
        <a:bodyPr/>
        <a:lstStyle/>
        <a:p>
          <a:endParaRPr lang="en-US"/>
        </a:p>
      </dgm:t>
    </dgm:pt>
    <dgm:pt modelId="{9369EBDB-3605-41DE-B2EC-00DAE3E7B03E}" type="sibTrans" cxnId="{CAB17438-D330-40F5-B9FE-0B3B02B7BAE6}">
      <dgm:prSet/>
      <dgm:spPr/>
      <dgm:t>
        <a:bodyPr/>
        <a:lstStyle/>
        <a:p>
          <a:endParaRPr lang="en-US"/>
        </a:p>
      </dgm:t>
    </dgm:pt>
    <dgm:pt modelId="{FC6D4D4F-2B2C-4B4B-BD8F-084BD705357F}">
      <dgm:prSet custT="1"/>
      <dgm:spPr/>
      <dgm:t>
        <a:bodyPr/>
        <a:lstStyle/>
        <a:p>
          <a:r>
            <a:rPr lang="en-US" altLang="en-US" sz="2000" dirty="0" smtClean="0"/>
            <a:t>Primary key is also foreign key: </a:t>
          </a:r>
          <a:r>
            <a:rPr lang="en-US" altLang="en-US" sz="2000" b="1" dirty="0" smtClean="0"/>
            <a:t>only Access</a:t>
          </a:r>
        </a:p>
      </dgm:t>
    </dgm:pt>
    <dgm:pt modelId="{30E8C031-AA02-467C-96D3-C1936EE926F3}" type="parTrans" cxnId="{8B7CED10-AA5D-466A-8F38-07D88EF83726}">
      <dgm:prSet/>
      <dgm:spPr/>
      <dgm:t>
        <a:bodyPr/>
        <a:lstStyle/>
        <a:p>
          <a:endParaRPr lang="en-US"/>
        </a:p>
      </dgm:t>
    </dgm:pt>
    <dgm:pt modelId="{0C2AA3A0-E5D9-4DFD-A9FE-E7D1D71333BB}" type="sibTrans" cxnId="{8B7CED10-AA5D-466A-8F38-07D88EF83726}">
      <dgm:prSet/>
      <dgm:spPr/>
      <dgm:t>
        <a:bodyPr/>
        <a:lstStyle/>
        <a:p>
          <a:endParaRPr lang="en-US"/>
        </a:p>
      </dgm:t>
    </dgm:pt>
    <dgm:pt modelId="{F5590277-CD31-4EED-89A2-E89D51D4C5A3}">
      <dgm:prSet phldrT="[Text]" custT="1"/>
      <dgm:spPr/>
      <dgm:t>
        <a:bodyPr/>
        <a:lstStyle/>
        <a:p>
          <a:r>
            <a:rPr lang="en-US" altLang="en-US" sz="2000" dirty="0" smtClean="0"/>
            <a:t>A one-to-many relationship exists when one table has one record associated with more than one record of another table.</a:t>
          </a:r>
          <a:endParaRPr lang="en-US" altLang="en-US" sz="2000" b="1" dirty="0" smtClean="0"/>
        </a:p>
      </dgm:t>
    </dgm:pt>
    <dgm:pt modelId="{9BCB26D1-256A-4566-A14C-0505CFCEBDC3}" type="parTrans" cxnId="{5162D1F7-704C-461F-95BA-577A39F03313}">
      <dgm:prSet/>
      <dgm:spPr/>
      <dgm:t>
        <a:bodyPr/>
        <a:lstStyle/>
        <a:p>
          <a:endParaRPr lang="en-US"/>
        </a:p>
      </dgm:t>
    </dgm:pt>
    <dgm:pt modelId="{4150FAF5-F179-46F5-B8D3-4CEE34B2FC4C}" type="sibTrans" cxnId="{5162D1F7-704C-461F-95BA-577A39F03313}">
      <dgm:prSet/>
      <dgm:spPr/>
      <dgm:t>
        <a:bodyPr/>
        <a:lstStyle/>
        <a:p>
          <a:endParaRPr lang="en-US"/>
        </a:p>
      </dgm:t>
    </dgm:pt>
    <dgm:pt modelId="{DC365E74-593B-4006-812F-826071FCD502}">
      <dgm:prSet phldrT="[Text]" custT="1"/>
      <dgm:spPr/>
      <dgm:t>
        <a:bodyPr/>
        <a:lstStyle/>
        <a:p>
          <a:r>
            <a:rPr lang="en-US" altLang="en-US" sz="2000" b="0" dirty="0" smtClean="0"/>
            <a:t>Sales table has a one-to-many relationship with Customer and Product tables</a:t>
          </a:r>
        </a:p>
      </dgm:t>
    </dgm:pt>
    <dgm:pt modelId="{E339343E-1B66-40EE-9183-8E1DA25A6343}" type="parTrans" cxnId="{BC5AA16A-DEF3-4BE8-AC67-5DC9B5508603}">
      <dgm:prSet/>
      <dgm:spPr/>
      <dgm:t>
        <a:bodyPr/>
        <a:lstStyle/>
        <a:p>
          <a:endParaRPr lang="en-US"/>
        </a:p>
      </dgm:t>
    </dgm:pt>
    <dgm:pt modelId="{BCE6EE6D-276C-4ADB-931B-DA4FC66D055D}" type="sibTrans" cxnId="{BC5AA16A-DEF3-4BE8-AC67-5DC9B5508603}">
      <dgm:prSet/>
      <dgm:spPr/>
      <dgm:t>
        <a:bodyPr/>
        <a:lstStyle/>
        <a:p>
          <a:endParaRPr lang="en-US"/>
        </a:p>
      </dgm:t>
    </dgm:pt>
    <dgm:pt modelId="{05DDDFC6-51EA-4FA0-846A-D2DB02F41121}" type="pres">
      <dgm:prSet presAssocID="{FCBAB669-5CCE-47F0-BB74-89E4D6D28DA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1F17279-DF43-4B61-A526-DD6FABD254F0}" type="pres">
      <dgm:prSet presAssocID="{DE6CA3A1-153E-4BA4-A863-7AD1561E2D8B}" presName="parentLin" presStyleCnt="0"/>
      <dgm:spPr/>
    </dgm:pt>
    <dgm:pt modelId="{2F71CE8D-7281-4E83-8DF3-719E645BC0A4}" type="pres">
      <dgm:prSet presAssocID="{DE6CA3A1-153E-4BA4-A863-7AD1561E2D8B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95DFB6AD-5C1E-47DC-8DB2-EE28859D8B95}" type="pres">
      <dgm:prSet presAssocID="{DE6CA3A1-153E-4BA4-A863-7AD1561E2D8B}" presName="parentText" presStyleLbl="node1" presStyleIdx="0" presStyleCnt="2" custScaleX="125576" custScaleY="6281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7152A-EEE3-42CF-91E2-7D5478FA16E2}" type="pres">
      <dgm:prSet presAssocID="{DE6CA3A1-153E-4BA4-A863-7AD1561E2D8B}" presName="negativeSpace" presStyleCnt="0"/>
      <dgm:spPr/>
    </dgm:pt>
    <dgm:pt modelId="{D6E50B05-955D-4565-8CD9-72FFA422529E}" type="pres">
      <dgm:prSet presAssocID="{DE6CA3A1-153E-4BA4-A863-7AD1561E2D8B}" presName="childText" presStyleLbl="conFgAcc1" presStyleIdx="0" presStyleCnt="2" custScaleY="942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EA9CF-F8D0-4C4A-BB42-0000EBE5E460}" type="pres">
      <dgm:prSet presAssocID="{F1CB77D7-8AC3-412A-A254-7496A4B8995D}" presName="spaceBetweenRectangles" presStyleCnt="0"/>
      <dgm:spPr/>
    </dgm:pt>
    <dgm:pt modelId="{FA8B199C-DC8F-4BFD-B21F-80B82A627500}" type="pres">
      <dgm:prSet presAssocID="{F5590277-CD31-4EED-89A2-E89D51D4C5A3}" presName="parentLin" presStyleCnt="0"/>
      <dgm:spPr/>
    </dgm:pt>
    <dgm:pt modelId="{EA62BAC8-3FBB-4094-9805-3414E5B7991C}" type="pres">
      <dgm:prSet presAssocID="{F5590277-CD31-4EED-89A2-E89D51D4C5A3}" presName="parentLeftMargin" presStyleLbl="node1" presStyleIdx="0" presStyleCnt="2" custScaleX="125576" custScaleY="1111267"/>
      <dgm:spPr/>
      <dgm:t>
        <a:bodyPr/>
        <a:lstStyle/>
        <a:p>
          <a:endParaRPr lang="en-US"/>
        </a:p>
      </dgm:t>
    </dgm:pt>
    <dgm:pt modelId="{108C6D68-CA25-4AEC-995D-4D0A802D2B75}" type="pres">
      <dgm:prSet presAssocID="{F5590277-CD31-4EED-89A2-E89D51D4C5A3}" presName="parentText" presStyleLbl="node1" presStyleIdx="1" presStyleCnt="2" custScaleX="125255" custScaleY="5972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A9E351-A19D-44AA-B958-26CE0071DDFD}" type="pres">
      <dgm:prSet presAssocID="{F5590277-CD31-4EED-89A2-E89D51D4C5A3}" presName="negativeSpace" presStyleCnt="0"/>
      <dgm:spPr/>
    </dgm:pt>
    <dgm:pt modelId="{DA02A979-AE52-4709-99BD-14791DA5294E}" type="pres">
      <dgm:prSet presAssocID="{F5590277-CD31-4EED-89A2-E89D51D4C5A3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B7CED10-AA5D-466A-8F38-07D88EF83726}" srcId="{D34CF544-A248-4921-9B35-918316E8111E}" destId="{FC6D4D4F-2B2C-4B4B-BD8F-084BD705357F}" srcOrd="0" destOrd="0" parTransId="{30E8C031-AA02-467C-96D3-C1936EE926F3}" sibTransId="{0C2AA3A0-E5D9-4DFD-A9FE-E7D1D71333BB}"/>
    <dgm:cxn modelId="{B9245E6B-F5FB-430F-9F79-D38AAF7704C6}" type="presOf" srcId="{59E54655-40AE-40B9-A1EE-5664785A205B}" destId="{D6E50B05-955D-4565-8CD9-72FFA422529E}" srcOrd="0" destOrd="1" presId="urn:microsoft.com/office/officeart/2005/8/layout/list1"/>
    <dgm:cxn modelId="{5162D1F7-704C-461F-95BA-577A39F03313}" srcId="{FCBAB669-5CCE-47F0-BB74-89E4D6D28DAC}" destId="{F5590277-CD31-4EED-89A2-E89D51D4C5A3}" srcOrd="1" destOrd="0" parTransId="{9BCB26D1-256A-4566-A14C-0505CFCEBDC3}" sibTransId="{4150FAF5-F179-46F5-B8D3-4CEE34B2FC4C}"/>
    <dgm:cxn modelId="{3F05BEB7-1899-445A-A63D-2AA66F2F169E}" type="presOf" srcId="{97E55E99-9A34-48D6-9B7D-2D4636920D10}" destId="{D6E50B05-955D-4565-8CD9-72FFA422529E}" srcOrd="0" destOrd="0" presId="urn:microsoft.com/office/officeart/2005/8/layout/list1"/>
    <dgm:cxn modelId="{175BE39D-04CC-4F86-B624-6695FDDA2573}" type="presOf" srcId="{DE6CA3A1-153E-4BA4-A863-7AD1561E2D8B}" destId="{2F71CE8D-7281-4E83-8DF3-719E645BC0A4}" srcOrd="0" destOrd="0" presId="urn:microsoft.com/office/officeart/2005/8/layout/list1"/>
    <dgm:cxn modelId="{2D0D510C-2920-4FD4-BA05-5C0DA4B1F44E}" type="presOf" srcId="{DC365E74-593B-4006-812F-826071FCD502}" destId="{DA02A979-AE52-4709-99BD-14791DA5294E}" srcOrd="0" destOrd="0" presId="urn:microsoft.com/office/officeart/2005/8/layout/list1"/>
    <dgm:cxn modelId="{BC5AA16A-DEF3-4BE8-AC67-5DC9B5508603}" srcId="{F5590277-CD31-4EED-89A2-E89D51D4C5A3}" destId="{DC365E74-593B-4006-812F-826071FCD502}" srcOrd="0" destOrd="0" parTransId="{E339343E-1B66-40EE-9183-8E1DA25A6343}" sibTransId="{BCE6EE6D-276C-4ADB-931B-DA4FC66D055D}"/>
    <dgm:cxn modelId="{B8B8622D-AA32-4EC7-853A-DD0B3F5C12F5}" type="presOf" srcId="{D34CF544-A248-4921-9B35-918316E8111E}" destId="{D6E50B05-955D-4565-8CD9-72FFA422529E}" srcOrd="0" destOrd="2" presId="urn:microsoft.com/office/officeart/2005/8/layout/list1"/>
    <dgm:cxn modelId="{0514F14B-A3B2-4298-9A6D-F626301D84A0}" type="presOf" srcId="{DE6CA3A1-153E-4BA4-A863-7AD1561E2D8B}" destId="{95DFB6AD-5C1E-47DC-8DB2-EE28859D8B95}" srcOrd="1" destOrd="0" presId="urn:microsoft.com/office/officeart/2005/8/layout/list1"/>
    <dgm:cxn modelId="{8066312F-CA84-4982-A3D6-1E2A9AA11BFE}" srcId="{FCBAB669-5CCE-47F0-BB74-89E4D6D28DAC}" destId="{DE6CA3A1-153E-4BA4-A863-7AD1561E2D8B}" srcOrd="0" destOrd="0" parTransId="{50EF461C-D3F4-4C79-A413-E07552E1EFB5}" sibTransId="{F1CB77D7-8AC3-412A-A254-7496A4B8995D}"/>
    <dgm:cxn modelId="{7826E0A3-93ED-4FCA-AF2F-50A4B5DCA3EB}" type="presOf" srcId="{F5590277-CD31-4EED-89A2-E89D51D4C5A3}" destId="{EA62BAC8-3FBB-4094-9805-3414E5B7991C}" srcOrd="0" destOrd="0" presId="urn:microsoft.com/office/officeart/2005/8/layout/list1"/>
    <dgm:cxn modelId="{5267B06C-14A9-45C6-BA2E-EECD11613051}" srcId="{DE6CA3A1-153E-4BA4-A863-7AD1561E2D8B}" destId="{97E55E99-9A34-48D6-9B7D-2D4636920D10}" srcOrd="0" destOrd="0" parTransId="{84518A86-F9C4-4951-B501-A31A25517A57}" sibTransId="{B902B6BD-AFDE-49B0-A432-70B090770CEE}"/>
    <dgm:cxn modelId="{15650B20-D8F0-448A-B264-3DBE7C7B5A30}" type="presOf" srcId="{F5590277-CD31-4EED-89A2-E89D51D4C5A3}" destId="{108C6D68-CA25-4AEC-995D-4D0A802D2B75}" srcOrd="1" destOrd="0" presId="urn:microsoft.com/office/officeart/2005/8/layout/list1"/>
    <dgm:cxn modelId="{C8868F07-157B-4264-A38E-9EAFE74F099D}" type="presOf" srcId="{FCBAB669-5CCE-47F0-BB74-89E4D6D28DAC}" destId="{05DDDFC6-51EA-4FA0-846A-D2DB02F41121}" srcOrd="0" destOrd="0" presId="urn:microsoft.com/office/officeart/2005/8/layout/list1"/>
    <dgm:cxn modelId="{CAB17438-D330-40F5-B9FE-0B3B02B7BAE6}" srcId="{DE6CA3A1-153E-4BA4-A863-7AD1561E2D8B}" destId="{D34CF544-A248-4921-9B35-918316E8111E}" srcOrd="1" destOrd="0" parTransId="{506C0FE1-78CD-4C1F-9A5C-F574F21FFC79}" sibTransId="{9369EBDB-3605-41DE-B2EC-00DAE3E7B03E}"/>
    <dgm:cxn modelId="{AB84DEF3-9CFC-4441-9D2F-085EDE12D4E4}" type="presOf" srcId="{FC6D4D4F-2B2C-4B4B-BD8F-084BD705357F}" destId="{D6E50B05-955D-4565-8CD9-72FFA422529E}" srcOrd="0" destOrd="3" presId="urn:microsoft.com/office/officeart/2005/8/layout/list1"/>
    <dgm:cxn modelId="{F5C2039C-E1C6-4763-A1F6-8991F2D3E6B7}" srcId="{97E55E99-9A34-48D6-9B7D-2D4636920D10}" destId="{59E54655-40AE-40B9-A1EE-5664785A205B}" srcOrd="0" destOrd="0" parTransId="{3DF406B6-01E7-4C44-8174-A06A4DBB04D2}" sibTransId="{0FF9F5B2-6584-462A-9450-8DDE53C07916}"/>
    <dgm:cxn modelId="{08352F18-EC2E-4FF2-AA71-077573B9EA51}" type="presParOf" srcId="{05DDDFC6-51EA-4FA0-846A-D2DB02F41121}" destId="{A1F17279-DF43-4B61-A526-DD6FABD254F0}" srcOrd="0" destOrd="0" presId="urn:microsoft.com/office/officeart/2005/8/layout/list1"/>
    <dgm:cxn modelId="{DB1E26D6-0B2F-40CA-B581-968AED9EB03A}" type="presParOf" srcId="{A1F17279-DF43-4B61-A526-DD6FABD254F0}" destId="{2F71CE8D-7281-4E83-8DF3-719E645BC0A4}" srcOrd="0" destOrd="0" presId="urn:microsoft.com/office/officeart/2005/8/layout/list1"/>
    <dgm:cxn modelId="{5BE0E38D-32D7-439E-9B9F-3B5BEBD1A0AD}" type="presParOf" srcId="{A1F17279-DF43-4B61-A526-DD6FABD254F0}" destId="{95DFB6AD-5C1E-47DC-8DB2-EE28859D8B95}" srcOrd="1" destOrd="0" presId="urn:microsoft.com/office/officeart/2005/8/layout/list1"/>
    <dgm:cxn modelId="{E6E2EA5F-4B83-4CC5-B8E7-DCF1AE9A3718}" type="presParOf" srcId="{05DDDFC6-51EA-4FA0-846A-D2DB02F41121}" destId="{0587152A-EEE3-42CF-91E2-7D5478FA16E2}" srcOrd="1" destOrd="0" presId="urn:microsoft.com/office/officeart/2005/8/layout/list1"/>
    <dgm:cxn modelId="{46AC2C6D-D55A-4315-ADE4-7ECD25D36514}" type="presParOf" srcId="{05DDDFC6-51EA-4FA0-846A-D2DB02F41121}" destId="{D6E50B05-955D-4565-8CD9-72FFA422529E}" srcOrd="2" destOrd="0" presId="urn:microsoft.com/office/officeart/2005/8/layout/list1"/>
    <dgm:cxn modelId="{79BB2DED-ABF0-4724-BE31-AAE82EA3BBCC}" type="presParOf" srcId="{05DDDFC6-51EA-4FA0-846A-D2DB02F41121}" destId="{F18EA9CF-F8D0-4C4A-BB42-0000EBE5E460}" srcOrd="3" destOrd="0" presId="urn:microsoft.com/office/officeart/2005/8/layout/list1"/>
    <dgm:cxn modelId="{3291DF10-E015-4178-AC25-E6AF4E5E0484}" type="presParOf" srcId="{05DDDFC6-51EA-4FA0-846A-D2DB02F41121}" destId="{FA8B199C-DC8F-4BFD-B21F-80B82A627500}" srcOrd="4" destOrd="0" presId="urn:microsoft.com/office/officeart/2005/8/layout/list1"/>
    <dgm:cxn modelId="{6D317032-BD19-4FA7-B01D-EC57E140B9C7}" type="presParOf" srcId="{FA8B199C-DC8F-4BFD-B21F-80B82A627500}" destId="{EA62BAC8-3FBB-4094-9805-3414E5B7991C}" srcOrd="0" destOrd="0" presId="urn:microsoft.com/office/officeart/2005/8/layout/list1"/>
    <dgm:cxn modelId="{1CDFB561-AAD1-44BD-BB0B-69B9A53C9191}" type="presParOf" srcId="{FA8B199C-DC8F-4BFD-B21F-80B82A627500}" destId="{108C6D68-CA25-4AEC-995D-4D0A802D2B75}" srcOrd="1" destOrd="0" presId="urn:microsoft.com/office/officeart/2005/8/layout/list1"/>
    <dgm:cxn modelId="{F69D1269-6CE8-42A1-9C33-66688C3801F2}" type="presParOf" srcId="{05DDDFC6-51EA-4FA0-846A-D2DB02F41121}" destId="{A5A9E351-A19D-44AA-B958-26CE0071DDFD}" srcOrd="5" destOrd="0" presId="urn:microsoft.com/office/officeart/2005/8/layout/list1"/>
    <dgm:cxn modelId="{02244F9F-E0B4-461D-8E50-4B4A46C9E7D8}" type="presParOf" srcId="{05DDDFC6-51EA-4FA0-846A-D2DB02F41121}" destId="{DA02A979-AE52-4709-99BD-14791DA5294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3D25C25-64EB-4DD1-837B-284D8E2BF0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5825BA-C7A6-4F06-89E7-1D0CEBFC1387}">
      <dgm:prSet phldrT="[Text]" custT="1"/>
      <dgm:spPr/>
      <dgm:t>
        <a:bodyPr/>
        <a:lstStyle/>
        <a:p>
          <a:r>
            <a:rPr lang="en-US" sz="2400" dirty="0" smtClean="0"/>
            <a:t>The Dean of SST has invited you to develop a database management </a:t>
          </a:r>
          <a:r>
            <a:rPr lang="en-US" sz="2400" dirty="0" smtClean="0"/>
            <a:t>system for the school to manage student results. The database will have three </a:t>
          </a:r>
          <a:r>
            <a:rPr lang="en-US" sz="2400" dirty="0" smtClean="0"/>
            <a:t>tables:</a:t>
          </a:r>
          <a:endParaRPr lang="en-US" sz="2400" dirty="0"/>
        </a:p>
      </dgm:t>
    </dgm:pt>
    <dgm:pt modelId="{810C051A-6934-47F5-A6A9-23B3B7E14D99}" type="parTrans" cxnId="{FBD33FEE-D870-419F-B791-DA2D9BCB9F9D}">
      <dgm:prSet/>
      <dgm:spPr/>
      <dgm:t>
        <a:bodyPr/>
        <a:lstStyle/>
        <a:p>
          <a:endParaRPr lang="en-US"/>
        </a:p>
      </dgm:t>
    </dgm:pt>
    <dgm:pt modelId="{9E542BF3-3F4A-4029-886A-432EE17FEB1E}" type="sibTrans" cxnId="{FBD33FEE-D870-419F-B791-DA2D9BCB9F9D}">
      <dgm:prSet/>
      <dgm:spPr/>
      <dgm:t>
        <a:bodyPr/>
        <a:lstStyle/>
        <a:p>
          <a:endParaRPr lang="en-US"/>
        </a:p>
      </dgm:t>
    </dgm:pt>
    <dgm:pt modelId="{C1ACBADD-DC06-4767-A2F2-8B00E00B5558}">
      <dgm:prSet phldrT="[Text]" custT="1"/>
      <dgm:spPr/>
      <dgm:t>
        <a:bodyPr/>
        <a:lstStyle/>
        <a:p>
          <a:r>
            <a:rPr lang="en-US" sz="1800" dirty="0" smtClean="0"/>
            <a:t>The Student table containing student id</a:t>
          </a:r>
          <a:r>
            <a:rPr lang="en-US" altLang="en-US" sz="1800" dirty="0" smtClean="0"/>
            <a:t>, student name, student level, student phone no., and student email.</a:t>
          </a:r>
          <a:endParaRPr lang="en-US" sz="1800" dirty="0"/>
        </a:p>
      </dgm:t>
    </dgm:pt>
    <dgm:pt modelId="{0E2A59FA-4757-4FEF-8808-8706B9EFB67F}" type="parTrans" cxnId="{639E6701-7B7A-45B7-A1CA-6E9C312C18D9}">
      <dgm:prSet/>
      <dgm:spPr/>
      <dgm:t>
        <a:bodyPr/>
        <a:lstStyle/>
        <a:p>
          <a:endParaRPr lang="en-US"/>
        </a:p>
      </dgm:t>
    </dgm:pt>
    <dgm:pt modelId="{A5E6613A-9E97-4BB2-88AD-EC12B4A45B1F}" type="sibTrans" cxnId="{639E6701-7B7A-45B7-A1CA-6E9C312C18D9}">
      <dgm:prSet/>
      <dgm:spPr/>
      <dgm:t>
        <a:bodyPr/>
        <a:lstStyle/>
        <a:p>
          <a:endParaRPr lang="en-US"/>
        </a:p>
      </dgm:t>
    </dgm:pt>
    <dgm:pt modelId="{604BF904-B71D-4F63-949A-5FE164ABFB97}">
      <dgm:prSet phldrT="[Text]" custT="1"/>
      <dgm:spPr/>
      <dgm:t>
        <a:bodyPr/>
        <a:lstStyle/>
        <a:p>
          <a:r>
            <a:rPr lang="en-US" sz="1800" dirty="0" smtClean="0"/>
            <a:t>The Student result table containing result id</a:t>
          </a:r>
          <a:r>
            <a:rPr lang="en-US" altLang="en-US" sz="1800" dirty="0" smtClean="0"/>
            <a:t>, student id, course id, and grade.</a:t>
          </a:r>
          <a:endParaRPr lang="en-US" sz="1800" dirty="0"/>
        </a:p>
      </dgm:t>
    </dgm:pt>
    <dgm:pt modelId="{F4285FAB-4783-4796-99D3-E698911E60AB}" type="parTrans" cxnId="{949C1BC2-BD1A-4C72-8826-E09ED6B0E102}">
      <dgm:prSet/>
      <dgm:spPr/>
      <dgm:t>
        <a:bodyPr/>
        <a:lstStyle/>
        <a:p>
          <a:endParaRPr lang="en-US"/>
        </a:p>
      </dgm:t>
    </dgm:pt>
    <dgm:pt modelId="{C0B719AE-218B-408D-AF04-5584F0FCDB3F}" type="sibTrans" cxnId="{949C1BC2-BD1A-4C72-8826-E09ED6B0E102}">
      <dgm:prSet/>
      <dgm:spPr/>
      <dgm:t>
        <a:bodyPr/>
        <a:lstStyle/>
        <a:p>
          <a:endParaRPr lang="en-US"/>
        </a:p>
      </dgm:t>
    </dgm:pt>
    <dgm:pt modelId="{188D1D5B-868D-4D65-9DFD-634255D527EA}">
      <dgm:prSet phldrT="[Text]" custT="1"/>
      <dgm:spPr/>
      <dgm:t>
        <a:bodyPr/>
        <a:lstStyle/>
        <a:p>
          <a:r>
            <a:rPr lang="en-US" altLang="en-US" sz="1800" dirty="0" smtClean="0"/>
            <a:t>The course table containing course id, course code, course title and course description.</a:t>
          </a:r>
          <a:endParaRPr lang="en-US" sz="1800" dirty="0"/>
        </a:p>
      </dgm:t>
    </dgm:pt>
    <dgm:pt modelId="{7C16E43C-8BEA-4825-835B-850238C43DD4}" type="parTrans" cxnId="{9DDF65F5-CDB2-48F6-95CA-56B8D0007A3E}">
      <dgm:prSet/>
      <dgm:spPr/>
      <dgm:t>
        <a:bodyPr/>
        <a:lstStyle/>
        <a:p>
          <a:endParaRPr lang="en-US"/>
        </a:p>
      </dgm:t>
    </dgm:pt>
    <dgm:pt modelId="{B54DA0E1-BD3F-46A2-8613-035E8556CD7D}" type="sibTrans" cxnId="{9DDF65F5-CDB2-48F6-95CA-56B8D0007A3E}">
      <dgm:prSet/>
      <dgm:spPr/>
      <dgm:t>
        <a:bodyPr/>
        <a:lstStyle/>
        <a:p>
          <a:endParaRPr lang="en-US"/>
        </a:p>
      </dgm:t>
    </dgm:pt>
    <dgm:pt modelId="{C25E7B85-424F-472C-89CE-B772288F05A7}">
      <dgm:prSet phldrT="[Text]"/>
      <dgm:spPr/>
      <dgm:t>
        <a:bodyPr/>
        <a:lstStyle/>
        <a:p>
          <a:r>
            <a:rPr lang="en-US" altLang="en-US" dirty="0" smtClean="0"/>
            <a:t>Design the </a:t>
          </a:r>
          <a:r>
            <a:rPr lang="en-US" altLang="en-US" dirty="0" smtClean="0"/>
            <a:t>database tables</a:t>
          </a:r>
          <a:r>
            <a:rPr lang="en-US" altLang="en-US" dirty="0" smtClean="0"/>
            <a:t>, relationships and </a:t>
          </a:r>
          <a:r>
            <a:rPr lang="en-US" altLang="en-US" dirty="0" smtClean="0"/>
            <a:t>forms for 10 students, 5 courses and the corresponding results for each student.</a:t>
          </a:r>
          <a:endParaRPr lang="en-US" altLang="en-US" dirty="0" smtClean="0"/>
        </a:p>
        <a:p>
          <a:endParaRPr lang="en-US" dirty="0"/>
        </a:p>
      </dgm:t>
    </dgm:pt>
    <dgm:pt modelId="{833AF3EF-033F-4C8D-BB57-C88D6A085F01}" type="parTrans" cxnId="{AC13A155-1A65-4A57-8528-FD0ED802A7AB}">
      <dgm:prSet/>
      <dgm:spPr/>
      <dgm:t>
        <a:bodyPr/>
        <a:lstStyle/>
        <a:p>
          <a:endParaRPr lang="en-US"/>
        </a:p>
      </dgm:t>
    </dgm:pt>
    <dgm:pt modelId="{72B019A3-4781-4AF2-A392-7E94DD8C89F3}" type="sibTrans" cxnId="{AC13A155-1A65-4A57-8528-FD0ED802A7AB}">
      <dgm:prSet/>
      <dgm:spPr/>
      <dgm:t>
        <a:bodyPr/>
        <a:lstStyle/>
        <a:p>
          <a:endParaRPr lang="en-US"/>
        </a:p>
      </dgm:t>
    </dgm:pt>
    <dgm:pt modelId="{DA88A800-2DAE-4322-9835-96B402637CBD}" type="pres">
      <dgm:prSet presAssocID="{B3D25C25-64EB-4DD1-837B-284D8E2BF03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7DFF098-222D-4B15-A768-B21B877CBE05}" type="pres">
      <dgm:prSet presAssocID="{8B5825BA-C7A6-4F06-89E7-1D0CEBFC1387}" presName="parentText" presStyleLbl="node1" presStyleIdx="0" presStyleCnt="2" custScaleY="1453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80322A-0A0B-4C51-8F9D-1AE323AA26DF}" type="pres">
      <dgm:prSet presAssocID="{8B5825BA-C7A6-4F06-89E7-1D0CEBFC1387}" presName="childText" presStyleLbl="revTx" presStyleIdx="0" presStyleCnt="1" custScaleY="155149" custLinFactNeighborY="22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4D1C7B-3EBC-47DE-9453-FE745201FED3}" type="pres">
      <dgm:prSet presAssocID="{C25E7B85-424F-472C-89CE-B772288F05A7}" presName="parentText" presStyleLbl="node1" presStyleIdx="1" presStyleCnt="2" custScaleY="1459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5108A7-44DE-4F9E-940C-0704F644EAD0}" type="presOf" srcId="{C25E7B85-424F-472C-89CE-B772288F05A7}" destId="{D54D1C7B-3EBC-47DE-9453-FE745201FED3}" srcOrd="0" destOrd="0" presId="urn:microsoft.com/office/officeart/2005/8/layout/vList2"/>
    <dgm:cxn modelId="{D112F7AF-CA7D-45BB-893C-527670A4F77C}" type="presOf" srcId="{C1ACBADD-DC06-4767-A2F2-8B00E00B5558}" destId="{7980322A-0A0B-4C51-8F9D-1AE323AA26DF}" srcOrd="0" destOrd="0" presId="urn:microsoft.com/office/officeart/2005/8/layout/vList2"/>
    <dgm:cxn modelId="{AC13A155-1A65-4A57-8528-FD0ED802A7AB}" srcId="{B3D25C25-64EB-4DD1-837B-284D8E2BF03B}" destId="{C25E7B85-424F-472C-89CE-B772288F05A7}" srcOrd="1" destOrd="0" parTransId="{833AF3EF-033F-4C8D-BB57-C88D6A085F01}" sibTransId="{72B019A3-4781-4AF2-A392-7E94DD8C89F3}"/>
    <dgm:cxn modelId="{FBD33FEE-D870-419F-B791-DA2D9BCB9F9D}" srcId="{B3D25C25-64EB-4DD1-837B-284D8E2BF03B}" destId="{8B5825BA-C7A6-4F06-89E7-1D0CEBFC1387}" srcOrd="0" destOrd="0" parTransId="{810C051A-6934-47F5-A6A9-23B3B7E14D99}" sibTransId="{9E542BF3-3F4A-4029-886A-432EE17FEB1E}"/>
    <dgm:cxn modelId="{EDFEE8EC-EBE5-438B-A07A-91FB455F5F1C}" type="presOf" srcId="{B3D25C25-64EB-4DD1-837B-284D8E2BF03B}" destId="{DA88A800-2DAE-4322-9835-96B402637CBD}" srcOrd="0" destOrd="0" presId="urn:microsoft.com/office/officeart/2005/8/layout/vList2"/>
    <dgm:cxn modelId="{9DDF65F5-CDB2-48F6-95CA-56B8D0007A3E}" srcId="{8B5825BA-C7A6-4F06-89E7-1D0CEBFC1387}" destId="{188D1D5B-868D-4D65-9DFD-634255D527EA}" srcOrd="2" destOrd="0" parTransId="{7C16E43C-8BEA-4825-835B-850238C43DD4}" sibTransId="{B54DA0E1-BD3F-46A2-8613-035E8556CD7D}"/>
    <dgm:cxn modelId="{949C1BC2-BD1A-4C72-8826-E09ED6B0E102}" srcId="{8B5825BA-C7A6-4F06-89E7-1D0CEBFC1387}" destId="{604BF904-B71D-4F63-949A-5FE164ABFB97}" srcOrd="1" destOrd="0" parTransId="{F4285FAB-4783-4796-99D3-E698911E60AB}" sibTransId="{C0B719AE-218B-408D-AF04-5584F0FCDB3F}"/>
    <dgm:cxn modelId="{79A22693-74D0-4CB9-813E-D4FC21DB4F87}" type="presOf" srcId="{8B5825BA-C7A6-4F06-89E7-1D0CEBFC1387}" destId="{67DFF098-222D-4B15-A768-B21B877CBE05}" srcOrd="0" destOrd="0" presId="urn:microsoft.com/office/officeart/2005/8/layout/vList2"/>
    <dgm:cxn modelId="{01D7D2E2-E827-41C7-B3E6-9A641DCC4A41}" type="presOf" srcId="{604BF904-B71D-4F63-949A-5FE164ABFB97}" destId="{7980322A-0A0B-4C51-8F9D-1AE323AA26DF}" srcOrd="0" destOrd="1" presId="urn:microsoft.com/office/officeart/2005/8/layout/vList2"/>
    <dgm:cxn modelId="{639E6701-7B7A-45B7-A1CA-6E9C312C18D9}" srcId="{8B5825BA-C7A6-4F06-89E7-1D0CEBFC1387}" destId="{C1ACBADD-DC06-4767-A2F2-8B00E00B5558}" srcOrd="0" destOrd="0" parTransId="{0E2A59FA-4757-4FEF-8808-8706B9EFB67F}" sibTransId="{A5E6613A-9E97-4BB2-88AD-EC12B4A45B1F}"/>
    <dgm:cxn modelId="{2A349F64-85D2-4BAA-968B-08438D49F6A9}" type="presOf" srcId="{188D1D5B-868D-4D65-9DFD-634255D527EA}" destId="{7980322A-0A0B-4C51-8F9D-1AE323AA26DF}" srcOrd="0" destOrd="2" presId="urn:microsoft.com/office/officeart/2005/8/layout/vList2"/>
    <dgm:cxn modelId="{21760DC0-0E46-43CC-8F8E-12CA2FDCF14D}" type="presParOf" srcId="{DA88A800-2DAE-4322-9835-96B402637CBD}" destId="{67DFF098-222D-4B15-A768-B21B877CBE05}" srcOrd="0" destOrd="0" presId="urn:microsoft.com/office/officeart/2005/8/layout/vList2"/>
    <dgm:cxn modelId="{E9327C38-33CF-4C5B-857B-63B43B0B357A}" type="presParOf" srcId="{DA88A800-2DAE-4322-9835-96B402637CBD}" destId="{7980322A-0A0B-4C51-8F9D-1AE323AA26DF}" srcOrd="1" destOrd="0" presId="urn:microsoft.com/office/officeart/2005/8/layout/vList2"/>
    <dgm:cxn modelId="{DDF46B32-F2A5-4D46-803B-8354C4475C26}" type="presParOf" srcId="{DA88A800-2DAE-4322-9835-96B402637CBD}" destId="{D54D1C7B-3EBC-47DE-9453-FE745201FED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91E26-D798-4CCF-8C00-AD9BB1B705E8}">
      <dsp:nvSpPr>
        <dsp:cNvPr id="0" name=""/>
        <dsp:cNvSpPr/>
      </dsp:nvSpPr>
      <dsp:spPr>
        <a:xfrm>
          <a:off x="-264438" y="1578785"/>
          <a:ext cx="10212185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5FDF4-5CA4-412D-BA38-876FF6FB2448}">
      <dsp:nvSpPr>
        <dsp:cNvPr id="0" name=""/>
        <dsp:cNvSpPr/>
      </dsp:nvSpPr>
      <dsp:spPr>
        <a:xfrm>
          <a:off x="1861851" y="790029"/>
          <a:ext cx="8614772" cy="788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b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Practice</a:t>
          </a:r>
          <a:endParaRPr lang="en-US" sz="3600" kern="1200" dirty="0"/>
        </a:p>
      </dsp:txBody>
      <dsp:txXfrm>
        <a:off x="1861851" y="790029"/>
        <a:ext cx="8614772" cy="788755"/>
      </dsp:txXfrm>
    </dsp:sp>
    <dsp:sp modelId="{6DABF868-F93C-4889-8649-B65D59EFCF90}">
      <dsp:nvSpPr>
        <dsp:cNvPr id="0" name=""/>
        <dsp:cNvSpPr/>
      </dsp:nvSpPr>
      <dsp:spPr>
        <a:xfrm>
          <a:off x="251393" y="790029"/>
          <a:ext cx="1623502" cy="78875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62865" rIns="62865" bIns="6286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Week 8</a:t>
          </a:r>
          <a:endParaRPr lang="en-US" sz="3300" kern="1200" dirty="0"/>
        </a:p>
      </dsp:txBody>
      <dsp:txXfrm>
        <a:off x="289904" y="828540"/>
        <a:ext cx="1546480" cy="7502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4A0EE-3F63-4E95-B04B-43E9BB56B360}">
      <dsp:nvSpPr>
        <dsp:cNvPr id="0" name=""/>
        <dsp:cNvSpPr/>
      </dsp:nvSpPr>
      <dsp:spPr>
        <a:xfrm>
          <a:off x="0" y="30770"/>
          <a:ext cx="9550400" cy="7713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smtClean="0"/>
            <a:t>MS Access is a relational database management system (RDBMS)</a:t>
          </a:r>
          <a:endParaRPr lang="en-US" sz="2400" kern="1200" dirty="0"/>
        </a:p>
      </dsp:txBody>
      <dsp:txXfrm>
        <a:off x="37655" y="68425"/>
        <a:ext cx="9475090" cy="696049"/>
      </dsp:txXfrm>
    </dsp:sp>
    <dsp:sp modelId="{04F9CDD0-37B5-4B1E-8DE5-1A612729B36F}">
      <dsp:nvSpPr>
        <dsp:cNvPr id="0" name=""/>
        <dsp:cNvSpPr/>
      </dsp:nvSpPr>
      <dsp:spPr>
        <a:xfrm>
          <a:off x="0" y="894290"/>
          <a:ext cx="9550400" cy="7082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smtClean="0"/>
            <a:t>Other PC-based RDMBS include:</a:t>
          </a:r>
          <a:endParaRPr lang="en-US" sz="2400" kern="1200" dirty="0"/>
        </a:p>
      </dsp:txBody>
      <dsp:txXfrm>
        <a:off x="34572" y="928862"/>
        <a:ext cx="9481256" cy="639068"/>
      </dsp:txXfrm>
    </dsp:sp>
    <dsp:sp modelId="{268033D8-0115-4FAD-BD7D-425612AE2DB4}">
      <dsp:nvSpPr>
        <dsp:cNvPr id="0" name=""/>
        <dsp:cNvSpPr/>
      </dsp:nvSpPr>
      <dsp:spPr>
        <a:xfrm>
          <a:off x="0" y="1693943"/>
          <a:ext cx="9550400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3225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dirty="0" smtClean="0"/>
            <a:t>MS FoxPro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dirty="0" smtClean="0"/>
            <a:t>Borland dBase</a:t>
          </a:r>
          <a:endParaRPr lang="en-US" altLang="en-US" sz="1900" kern="1200" dirty="0"/>
        </a:p>
      </dsp:txBody>
      <dsp:txXfrm>
        <a:off x="0" y="1693943"/>
        <a:ext cx="9550400" cy="828000"/>
      </dsp:txXfrm>
    </dsp:sp>
    <dsp:sp modelId="{1B3DC308-51A8-435F-898F-0FF3A89656B4}">
      <dsp:nvSpPr>
        <dsp:cNvPr id="0" name=""/>
        <dsp:cNvSpPr/>
      </dsp:nvSpPr>
      <dsp:spPr>
        <a:xfrm>
          <a:off x="0" y="2430502"/>
          <a:ext cx="9550400" cy="722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400" kern="1200" dirty="0" smtClean="0"/>
            <a:t>“Industrial-strength” RDBMS include</a:t>
          </a:r>
          <a:endParaRPr lang="en-US" sz="2400" kern="1200" dirty="0"/>
        </a:p>
      </dsp:txBody>
      <dsp:txXfrm>
        <a:off x="35293" y="2465795"/>
        <a:ext cx="9479814" cy="652390"/>
      </dsp:txXfrm>
    </dsp:sp>
    <dsp:sp modelId="{2F9CF427-4439-41B6-B780-5337DFC1C1B4}">
      <dsp:nvSpPr>
        <dsp:cNvPr id="0" name=""/>
        <dsp:cNvSpPr/>
      </dsp:nvSpPr>
      <dsp:spPr>
        <a:xfrm>
          <a:off x="0" y="3184250"/>
          <a:ext cx="9550400" cy="1622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3225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dirty="0" smtClean="0"/>
            <a:t>Oracle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smtClean="0"/>
            <a:t>MS SQL Server</a:t>
          </a:r>
          <a:endParaRPr lang="en-US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dirty="0" smtClean="0"/>
            <a:t>IBM DB2</a:t>
          </a:r>
          <a:endParaRPr lang="en-US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900" kern="1200" smtClean="0"/>
            <a:t>Informix</a:t>
          </a:r>
          <a:endParaRPr lang="en-US" altLang="en-US" sz="1900" kern="1200" dirty="0"/>
        </a:p>
      </dsp:txBody>
      <dsp:txXfrm>
        <a:off x="0" y="3184250"/>
        <a:ext cx="9550400" cy="1622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31039-3784-4783-B2AF-8C49941DC153}">
      <dsp:nvSpPr>
        <dsp:cNvPr id="0" name=""/>
        <dsp:cNvSpPr/>
      </dsp:nvSpPr>
      <dsp:spPr>
        <a:xfrm>
          <a:off x="1052011" y="2678"/>
          <a:ext cx="3558926" cy="2135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 Access 2016, the process of creating a new database is easy.</a:t>
          </a:r>
          <a:endParaRPr lang="en-US" sz="2000" kern="1200" dirty="0"/>
        </a:p>
      </dsp:txBody>
      <dsp:txXfrm>
        <a:off x="1052011" y="2678"/>
        <a:ext cx="3558926" cy="2135356"/>
      </dsp:txXfrm>
    </dsp:sp>
    <dsp:sp modelId="{015DE18F-872D-4D9F-9D2A-64B6079E5277}">
      <dsp:nvSpPr>
        <dsp:cNvPr id="0" name=""/>
        <dsp:cNvSpPr/>
      </dsp:nvSpPr>
      <dsp:spPr>
        <a:xfrm>
          <a:off x="4966830" y="2678"/>
          <a:ext cx="3558926" cy="2135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 You can create a database using one of the many available templates (ready-to-use databases that contain all of the tables, queries, forms, and reports needed for performing specific tasks)</a:t>
          </a:r>
          <a:endParaRPr lang="en-US" sz="2000" kern="1200" dirty="0"/>
        </a:p>
      </dsp:txBody>
      <dsp:txXfrm>
        <a:off x="4966830" y="2678"/>
        <a:ext cx="3558926" cy="2135356"/>
      </dsp:txXfrm>
    </dsp:sp>
    <dsp:sp modelId="{58F49316-7C46-47B8-A086-E522012A8A40}">
      <dsp:nvSpPr>
        <dsp:cNvPr id="0" name=""/>
        <dsp:cNvSpPr/>
      </dsp:nvSpPr>
      <dsp:spPr>
        <a:xfrm>
          <a:off x="3009421" y="2493927"/>
          <a:ext cx="3558926" cy="21353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or by creating a new blank database.</a:t>
          </a:r>
          <a:endParaRPr lang="en-US" sz="2000" kern="1200" dirty="0"/>
        </a:p>
      </dsp:txBody>
      <dsp:txXfrm>
        <a:off x="3009421" y="2493927"/>
        <a:ext cx="3558926" cy="21353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0D42A-9BDA-4B7F-8F0D-B535F29DF608}">
      <dsp:nvSpPr>
        <dsp:cNvPr id="0" name=""/>
        <dsp:cNvSpPr/>
      </dsp:nvSpPr>
      <dsp:spPr>
        <a:xfrm>
          <a:off x="0" y="274889"/>
          <a:ext cx="7596094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541" tIns="374904" rIns="5895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Store Data</a:t>
          </a:r>
          <a:endParaRPr lang="en-US" sz="1800" kern="1200" dirty="0"/>
        </a:p>
      </dsp:txBody>
      <dsp:txXfrm>
        <a:off x="0" y="274889"/>
        <a:ext cx="7596094" cy="751275"/>
      </dsp:txXfrm>
    </dsp:sp>
    <dsp:sp modelId="{358CB913-4D7E-4278-A8AD-36587979F5E9}">
      <dsp:nvSpPr>
        <dsp:cNvPr id="0" name=""/>
        <dsp:cNvSpPr/>
      </dsp:nvSpPr>
      <dsp:spPr>
        <a:xfrm>
          <a:off x="379804" y="9209"/>
          <a:ext cx="53172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980" tIns="0" rIns="2009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Tables</a:t>
          </a:r>
          <a:endParaRPr lang="en-US" sz="1800" kern="1200" dirty="0"/>
        </a:p>
      </dsp:txBody>
      <dsp:txXfrm>
        <a:off x="405743" y="35148"/>
        <a:ext cx="5265387" cy="479482"/>
      </dsp:txXfrm>
    </dsp:sp>
    <dsp:sp modelId="{C7E48D6C-305A-4D54-A139-900F215311E1}">
      <dsp:nvSpPr>
        <dsp:cNvPr id="0" name=""/>
        <dsp:cNvSpPr/>
      </dsp:nvSpPr>
      <dsp:spPr>
        <a:xfrm>
          <a:off x="0" y="1389044"/>
          <a:ext cx="7596094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541" tIns="374904" rIns="5895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Make data entry and display easier</a:t>
          </a:r>
          <a:endParaRPr lang="en-US" sz="1800" kern="1200" dirty="0"/>
        </a:p>
      </dsp:txBody>
      <dsp:txXfrm>
        <a:off x="0" y="1389044"/>
        <a:ext cx="7596094" cy="751275"/>
      </dsp:txXfrm>
    </dsp:sp>
    <dsp:sp modelId="{9A307292-A59A-4834-9BA3-18E8A442E162}">
      <dsp:nvSpPr>
        <dsp:cNvPr id="0" name=""/>
        <dsp:cNvSpPr/>
      </dsp:nvSpPr>
      <dsp:spPr>
        <a:xfrm>
          <a:off x="379804" y="1123365"/>
          <a:ext cx="53172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980" tIns="0" rIns="2009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Forms</a:t>
          </a:r>
          <a:endParaRPr lang="en-US" sz="1800" kern="1200" dirty="0"/>
        </a:p>
      </dsp:txBody>
      <dsp:txXfrm>
        <a:off x="405743" y="1149304"/>
        <a:ext cx="5265387" cy="479482"/>
      </dsp:txXfrm>
    </dsp:sp>
    <dsp:sp modelId="{BB2D4054-3DBB-4A9D-8997-1C336E72BAC8}">
      <dsp:nvSpPr>
        <dsp:cNvPr id="0" name=""/>
        <dsp:cNvSpPr/>
      </dsp:nvSpPr>
      <dsp:spPr>
        <a:xfrm>
          <a:off x="0" y="2503200"/>
          <a:ext cx="7596094" cy="7512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541" tIns="374904" rIns="5895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Manipulate Data</a:t>
          </a:r>
        </a:p>
      </dsp:txBody>
      <dsp:txXfrm>
        <a:off x="0" y="2503200"/>
        <a:ext cx="7596094" cy="751275"/>
      </dsp:txXfrm>
    </dsp:sp>
    <dsp:sp modelId="{3DF076F3-3993-440B-BAF3-D359950CB720}">
      <dsp:nvSpPr>
        <dsp:cNvPr id="0" name=""/>
        <dsp:cNvSpPr/>
      </dsp:nvSpPr>
      <dsp:spPr>
        <a:xfrm>
          <a:off x="379804" y="2237520"/>
          <a:ext cx="53172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980" tIns="0" rIns="2009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Queries</a:t>
          </a:r>
        </a:p>
      </dsp:txBody>
      <dsp:txXfrm>
        <a:off x="405743" y="2263459"/>
        <a:ext cx="5265387" cy="479482"/>
      </dsp:txXfrm>
    </dsp:sp>
    <dsp:sp modelId="{103C7F04-0773-424C-947F-0D52BC21B06A}">
      <dsp:nvSpPr>
        <dsp:cNvPr id="0" name=""/>
        <dsp:cNvSpPr/>
      </dsp:nvSpPr>
      <dsp:spPr>
        <a:xfrm>
          <a:off x="0" y="3617355"/>
          <a:ext cx="7596094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9541" tIns="374904" rIns="5895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Provides information from database to users in easy-to-understand format.</a:t>
          </a:r>
          <a:endParaRPr lang="en-US" sz="1800" kern="1200" dirty="0"/>
        </a:p>
      </dsp:txBody>
      <dsp:txXfrm>
        <a:off x="0" y="3617355"/>
        <a:ext cx="7596094" cy="992250"/>
      </dsp:txXfrm>
    </dsp:sp>
    <dsp:sp modelId="{AB815486-E6E6-4284-8B32-5ECD28AFB126}">
      <dsp:nvSpPr>
        <dsp:cNvPr id="0" name=""/>
        <dsp:cNvSpPr/>
      </dsp:nvSpPr>
      <dsp:spPr>
        <a:xfrm>
          <a:off x="379804" y="3351675"/>
          <a:ext cx="5317265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980" tIns="0" rIns="20098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Reports</a:t>
          </a:r>
          <a:endParaRPr lang="en-US" sz="1800" kern="1200" dirty="0"/>
        </a:p>
      </dsp:txBody>
      <dsp:txXfrm>
        <a:off x="405743" y="3377614"/>
        <a:ext cx="5265387" cy="4794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63F3B6-D432-4F5E-89C5-C68A232932AE}">
      <dsp:nvSpPr>
        <dsp:cNvPr id="0" name=""/>
        <dsp:cNvSpPr/>
      </dsp:nvSpPr>
      <dsp:spPr>
        <a:xfrm>
          <a:off x="0" y="36524"/>
          <a:ext cx="7647577" cy="15007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800" kern="1200" dirty="0" smtClean="0"/>
            <a:t>In a relational database, each record (row) in a table must be uniquely identified. </a:t>
          </a:r>
          <a:endParaRPr lang="en-US" sz="2800" kern="1200" dirty="0"/>
        </a:p>
      </dsp:txBody>
      <dsp:txXfrm>
        <a:off x="73262" y="109786"/>
        <a:ext cx="7501053" cy="1354253"/>
      </dsp:txXfrm>
    </dsp:sp>
    <dsp:sp modelId="{3D7E3A88-D893-4E27-8E0C-382D01E71364}">
      <dsp:nvSpPr>
        <dsp:cNvPr id="0" name=""/>
        <dsp:cNvSpPr/>
      </dsp:nvSpPr>
      <dsp:spPr>
        <a:xfrm>
          <a:off x="0" y="1768500"/>
          <a:ext cx="7647577" cy="1026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1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400" kern="1200" dirty="0" smtClean="0"/>
            <a:t>Using Primary Key</a:t>
          </a:r>
          <a:endParaRPr lang="en-US" sz="2400" kern="1200" dirty="0"/>
        </a:p>
      </dsp:txBody>
      <dsp:txXfrm>
        <a:off x="0" y="1768500"/>
        <a:ext cx="7647577" cy="1026720"/>
      </dsp:txXfrm>
    </dsp:sp>
    <dsp:sp modelId="{8C8FEDB2-09FC-40DA-978C-DE6B5E83F8C5}">
      <dsp:nvSpPr>
        <dsp:cNvPr id="0" name=""/>
        <dsp:cNvSpPr/>
      </dsp:nvSpPr>
      <dsp:spPr>
        <a:xfrm>
          <a:off x="0" y="2398791"/>
          <a:ext cx="7647577" cy="13988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600" kern="1200" dirty="0" smtClean="0">
              <a:solidFill>
                <a:schemeClr val="bg1"/>
              </a:solidFill>
            </a:rPr>
            <a:t>A relational database is a collection of tables that are related to one another based on a common field.</a:t>
          </a:r>
          <a:endParaRPr lang="en-US" sz="2600" kern="1200" dirty="0">
            <a:solidFill>
              <a:schemeClr val="bg1"/>
            </a:solidFill>
          </a:endParaRPr>
        </a:p>
      </dsp:txBody>
      <dsp:txXfrm>
        <a:off x="68288" y="2467079"/>
        <a:ext cx="7511001" cy="1262320"/>
      </dsp:txXfrm>
    </dsp:sp>
    <dsp:sp modelId="{7066CC36-D717-4B29-965E-3BF4FBA62D18}">
      <dsp:nvSpPr>
        <dsp:cNvPr id="0" name=""/>
        <dsp:cNvSpPr/>
      </dsp:nvSpPr>
      <dsp:spPr>
        <a:xfrm>
          <a:off x="0" y="3999441"/>
          <a:ext cx="7647577" cy="677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1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400" kern="1200" dirty="0" smtClean="0"/>
            <a:t>Using Foreign Key (&amp; Primary Key)</a:t>
          </a:r>
          <a:endParaRPr lang="en-US" sz="2400" kern="1200" dirty="0"/>
        </a:p>
      </dsp:txBody>
      <dsp:txXfrm>
        <a:off x="0" y="3999441"/>
        <a:ext cx="7647577" cy="6770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63F3B6-D432-4F5E-89C5-C68A232932AE}">
      <dsp:nvSpPr>
        <dsp:cNvPr id="0" name=""/>
        <dsp:cNvSpPr/>
      </dsp:nvSpPr>
      <dsp:spPr>
        <a:xfrm>
          <a:off x="0" y="106181"/>
          <a:ext cx="8136346" cy="11720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100" kern="1200" dirty="0" smtClean="0">
              <a:solidFill>
                <a:schemeClr val="bg1"/>
              </a:solidFill>
              <a:ea typeface="굴림" pitchFamily="34" charset="-127"/>
            </a:rPr>
            <a:t>PK: </a:t>
          </a:r>
          <a:r>
            <a:rPr lang="en-US" altLang="en-US" sz="3100" kern="1200" dirty="0" smtClean="0">
              <a:solidFill>
                <a:schemeClr val="bg1"/>
              </a:solidFill>
            </a:rPr>
            <a:t>A field that</a:t>
          </a:r>
          <a:r>
            <a:rPr lang="en-US" altLang="en-US" sz="3100" b="1" kern="1200" dirty="0" smtClean="0">
              <a:solidFill>
                <a:schemeClr val="bg1"/>
              </a:solidFill>
            </a:rPr>
            <a:t> </a:t>
          </a:r>
          <a:r>
            <a:rPr lang="en-US" altLang="en-US" sz="3100" kern="1200" dirty="0" smtClean="0">
              <a:solidFill>
                <a:schemeClr val="bg1"/>
              </a:solidFill>
            </a:rPr>
            <a:t>uniquely identifies each record in a table.</a:t>
          </a:r>
          <a:endParaRPr lang="en-US" sz="3100" kern="1200" dirty="0">
            <a:solidFill>
              <a:schemeClr val="bg1"/>
            </a:solidFill>
          </a:endParaRPr>
        </a:p>
      </dsp:txBody>
      <dsp:txXfrm>
        <a:off x="57213" y="163394"/>
        <a:ext cx="8021920" cy="1057586"/>
      </dsp:txXfrm>
    </dsp:sp>
    <dsp:sp modelId="{3D7E3A88-D893-4E27-8E0C-382D01E71364}">
      <dsp:nvSpPr>
        <dsp:cNvPr id="0" name=""/>
        <dsp:cNvSpPr/>
      </dsp:nvSpPr>
      <dsp:spPr>
        <a:xfrm>
          <a:off x="0" y="1410135"/>
          <a:ext cx="8136346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29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400" kern="1200" dirty="0" smtClean="0"/>
            <a:t>SS#, </a:t>
          </a:r>
          <a:r>
            <a:rPr lang="en-US" altLang="ko-KR" sz="2400" kern="1200" dirty="0" smtClean="0">
              <a:ea typeface="굴림" pitchFamily="34" charset="-127"/>
            </a:rPr>
            <a:t>Student</a:t>
          </a:r>
          <a:r>
            <a:rPr lang="en-US" altLang="en-US" sz="2400" kern="1200" dirty="0" smtClean="0"/>
            <a:t> ID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400" kern="1200" dirty="0" smtClean="0"/>
            <a:t>It does not have to be first field.</a:t>
          </a:r>
        </a:p>
      </dsp:txBody>
      <dsp:txXfrm>
        <a:off x="0" y="1410135"/>
        <a:ext cx="8136346" cy="1059840"/>
      </dsp:txXfrm>
    </dsp:sp>
    <dsp:sp modelId="{980E5E69-C64C-4A72-9C3D-792A2F0F0D31}">
      <dsp:nvSpPr>
        <dsp:cNvPr id="0" name=""/>
        <dsp:cNvSpPr/>
      </dsp:nvSpPr>
      <dsp:spPr>
        <a:xfrm>
          <a:off x="0" y="2331717"/>
          <a:ext cx="8136346" cy="11724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100" kern="1200" dirty="0" smtClean="0">
              <a:solidFill>
                <a:schemeClr val="bg1"/>
              </a:solidFill>
              <a:ea typeface="굴림" pitchFamily="34" charset="-127"/>
            </a:rPr>
            <a:t>FK: </a:t>
          </a:r>
          <a:r>
            <a:rPr lang="en-US" altLang="en-US" sz="3100" kern="1200" dirty="0" smtClean="0">
              <a:solidFill>
                <a:schemeClr val="bg1"/>
              </a:solidFill>
            </a:rPr>
            <a:t>A field that connects one table logically with another table .</a:t>
          </a:r>
        </a:p>
      </dsp:txBody>
      <dsp:txXfrm>
        <a:off x="57234" y="2388951"/>
        <a:ext cx="8021878" cy="1057979"/>
      </dsp:txXfrm>
    </dsp:sp>
    <dsp:sp modelId="{CD2A3F6F-B2B5-4F9D-9456-1278E7F9C42A}">
      <dsp:nvSpPr>
        <dsp:cNvPr id="0" name=""/>
        <dsp:cNvSpPr/>
      </dsp:nvSpPr>
      <dsp:spPr>
        <a:xfrm>
          <a:off x="0" y="3616661"/>
          <a:ext cx="8136346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329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2400" kern="1200" dirty="0" smtClean="0">
              <a:ea typeface="굴림" pitchFamily="34" charset="-127"/>
            </a:rPr>
            <a:t>Rule of Thumb:</a:t>
          </a:r>
          <a:r>
            <a:rPr lang="en-US" altLang="ko-KR" sz="2400" b="1" kern="1200" dirty="0" smtClean="0">
              <a:solidFill>
                <a:srgbClr val="0000FF"/>
              </a:solidFill>
              <a:ea typeface="굴림" pitchFamily="34" charset="-127"/>
            </a:rPr>
            <a:t> PK = FK </a:t>
          </a:r>
          <a:r>
            <a:rPr lang="en-US" altLang="ko-KR" sz="2400" kern="1200" dirty="0" smtClean="0">
              <a:ea typeface="굴림" pitchFamily="34" charset="-127"/>
            </a:rPr>
            <a:t>(value) </a:t>
          </a:r>
          <a:endParaRPr lang="en-US" altLang="en-US" sz="2400" kern="1200" dirty="0" smtClean="0"/>
        </a:p>
      </dsp:txBody>
      <dsp:txXfrm>
        <a:off x="0" y="3616661"/>
        <a:ext cx="8136346" cy="10598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8CD5C-6961-487E-A957-272441A17AB7}">
      <dsp:nvSpPr>
        <dsp:cNvPr id="0" name=""/>
        <dsp:cNvSpPr/>
      </dsp:nvSpPr>
      <dsp:spPr>
        <a:xfrm rot="16200000">
          <a:off x="165449" y="-160293"/>
          <a:ext cx="4639234" cy="495982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186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kern="1200" dirty="0" smtClean="0"/>
            <a:t>PAU Procurement Unit has invited you to develop a database system for PAU Talk Shop.  The shop sells items such as notebooks, picture frames, flash drives, PAU T-Shirts and snacks.  The shop wishes to track the items in the inventory, sales and customer information.  You agree to assist in setting up a simple MS Access database that will track the appropriate information.</a:t>
          </a:r>
          <a:endParaRPr lang="en-US" sz="2000" kern="1200" dirty="0"/>
        </a:p>
      </dsp:txBody>
      <dsp:txXfrm rot="5400000">
        <a:off x="5156" y="927847"/>
        <a:ext cx="4959821" cy="2783540"/>
      </dsp:txXfrm>
    </dsp:sp>
    <dsp:sp modelId="{3B866C28-C045-44DF-9262-8983A4E9898B}">
      <dsp:nvSpPr>
        <dsp:cNvPr id="0" name=""/>
        <dsp:cNvSpPr/>
      </dsp:nvSpPr>
      <dsp:spPr>
        <a:xfrm rot="16200000">
          <a:off x="5497257" y="-160293"/>
          <a:ext cx="4639234" cy="495982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186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kern="1200" dirty="0" smtClean="0"/>
            <a:t>You identify that three tables should be created: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600" kern="1200" dirty="0" smtClean="0"/>
            <a:t>Product Table containing the product number, product name, product description, product price, and product on hand.</a:t>
          </a:r>
          <a:endParaRPr lang="en-US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600" kern="1200" dirty="0" smtClean="0"/>
            <a:t>Sale Table containing the sale number, sale date, the product sold and the customer.</a:t>
          </a:r>
          <a:endParaRPr lang="en-US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1600" kern="1200" dirty="0" smtClean="0"/>
            <a:t>Customer Table containing the customer number, customer last name, customer first name, phone number, address and notes about customer preferences</a:t>
          </a:r>
          <a:endParaRPr lang="en-US" altLang="en-US" sz="1600" kern="1200" dirty="0"/>
        </a:p>
      </dsp:txBody>
      <dsp:txXfrm rot="5400000">
        <a:off x="5336964" y="927847"/>
        <a:ext cx="4959821" cy="27835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50B05-955D-4565-8CD9-72FFA422529E}">
      <dsp:nvSpPr>
        <dsp:cNvPr id="0" name=""/>
        <dsp:cNvSpPr/>
      </dsp:nvSpPr>
      <dsp:spPr>
        <a:xfrm>
          <a:off x="0" y="224550"/>
          <a:ext cx="8128000" cy="221827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874776" rIns="63082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2000" kern="1200" dirty="0" smtClean="0">
              <a:ea typeface="굴림" pitchFamily="34" charset="-127"/>
            </a:rPr>
            <a:t>As we saw from PK as FK database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2000" kern="1200" dirty="0" smtClean="0">
              <a:ea typeface="굴림" pitchFamily="34" charset="-127"/>
            </a:rPr>
            <a:t>Sales </a:t>
          </a:r>
          <a:r>
            <a:rPr lang="en-US" altLang="en-US" sz="2000" kern="1200" dirty="0" smtClean="0"/>
            <a:t>table is an </a:t>
          </a:r>
          <a:r>
            <a:rPr lang="en-US" altLang="en-US" sz="2000" b="1" kern="1200" dirty="0" smtClean="0"/>
            <a:t>related table</a:t>
          </a:r>
          <a:r>
            <a:rPr lang="en-US" altLang="en-US" sz="2000" kern="1200" dirty="0" smtClean="0"/>
            <a:t>.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000" b="1" kern="1200" dirty="0" smtClean="0"/>
            <a:t>Primary table</a:t>
          </a:r>
          <a:r>
            <a:rPr lang="en-US" altLang="en-US" sz="2000" kern="1200" dirty="0" smtClean="0"/>
            <a:t>: customer table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000" kern="1200" dirty="0" smtClean="0"/>
            <a:t>Primary key is also foreign key: </a:t>
          </a:r>
          <a:r>
            <a:rPr lang="en-US" altLang="en-US" sz="2000" b="1" kern="1200" dirty="0" smtClean="0"/>
            <a:t>only Access</a:t>
          </a:r>
        </a:p>
      </dsp:txBody>
      <dsp:txXfrm>
        <a:off x="0" y="224550"/>
        <a:ext cx="8128000" cy="2218279"/>
      </dsp:txXfrm>
    </dsp:sp>
    <dsp:sp modelId="{95DFB6AD-5C1E-47DC-8DB2-EE28859D8B95}">
      <dsp:nvSpPr>
        <dsp:cNvPr id="0" name=""/>
        <dsp:cNvSpPr/>
      </dsp:nvSpPr>
      <dsp:spPr>
        <a:xfrm>
          <a:off x="406400" y="39154"/>
          <a:ext cx="7144772" cy="9086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kern="1200" dirty="0" smtClean="0"/>
            <a:t>A one-to-one relationship exists when one table has one record associated with only one record of another table.</a:t>
          </a:r>
          <a:endParaRPr lang="en-US" sz="2000" kern="1200" dirty="0"/>
        </a:p>
      </dsp:txBody>
      <dsp:txXfrm>
        <a:off x="450756" y="83510"/>
        <a:ext cx="7056060" cy="819923"/>
      </dsp:txXfrm>
    </dsp:sp>
    <dsp:sp modelId="{DA02A979-AE52-4709-99BD-14791DA5294E}">
      <dsp:nvSpPr>
        <dsp:cNvPr id="0" name=""/>
        <dsp:cNvSpPr/>
      </dsp:nvSpPr>
      <dsp:spPr>
        <a:xfrm>
          <a:off x="0" y="2848057"/>
          <a:ext cx="8128000" cy="1697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874776" rIns="63082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en-US" sz="2000" b="0" kern="1200" dirty="0" smtClean="0"/>
            <a:t>Sales table has a one-to-many relationship with Customer and Product tables</a:t>
          </a:r>
        </a:p>
      </dsp:txBody>
      <dsp:txXfrm>
        <a:off x="0" y="2848057"/>
        <a:ext cx="8128000" cy="1697850"/>
      </dsp:txXfrm>
    </dsp:sp>
    <dsp:sp modelId="{108C6D68-CA25-4AEC-995D-4D0A802D2B75}">
      <dsp:nvSpPr>
        <dsp:cNvPr id="0" name=""/>
        <dsp:cNvSpPr/>
      </dsp:nvSpPr>
      <dsp:spPr>
        <a:xfrm>
          <a:off x="510340" y="2707430"/>
          <a:ext cx="7126508" cy="8638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2000" kern="1200" dirty="0" smtClean="0"/>
            <a:t>A one-to-many relationship exists when one table has one record associated with more than one record of another table.</a:t>
          </a:r>
          <a:endParaRPr lang="en-US" altLang="en-US" sz="2000" b="1" kern="1200" dirty="0" smtClean="0"/>
        </a:p>
      </dsp:txBody>
      <dsp:txXfrm>
        <a:off x="552510" y="2749600"/>
        <a:ext cx="7042168" cy="7795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FF098-222D-4B15-A768-B21B877CBE05}">
      <dsp:nvSpPr>
        <dsp:cNvPr id="0" name=""/>
        <dsp:cNvSpPr/>
      </dsp:nvSpPr>
      <dsp:spPr>
        <a:xfrm>
          <a:off x="0" y="14203"/>
          <a:ext cx="8953863" cy="11481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The Dean of SST has invited you to develop a database management </a:t>
          </a:r>
          <a:r>
            <a:rPr lang="en-US" sz="2400" kern="1200" dirty="0" smtClean="0"/>
            <a:t>system for the school to manage student results. The database will have three </a:t>
          </a:r>
          <a:r>
            <a:rPr lang="en-US" sz="2400" kern="1200" dirty="0" smtClean="0"/>
            <a:t>tables:</a:t>
          </a:r>
          <a:endParaRPr lang="en-US" sz="2400" kern="1200" dirty="0"/>
        </a:p>
      </dsp:txBody>
      <dsp:txXfrm>
        <a:off x="56047" y="70250"/>
        <a:ext cx="8841769" cy="1036044"/>
      </dsp:txXfrm>
    </dsp:sp>
    <dsp:sp modelId="{7980322A-0A0B-4C51-8F9D-1AE323AA26DF}">
      <dsp:nvSpPr>
        <dsp:cNvPr id="0" name=""/>
        <dsp:cNvSpPr/>
      </dsp:nvSpPr>
      <dsp:spPr>
        <a:xfrm>
          <a:off x="0" y="1340667"/>
          <a:ext cx="8953863" cy="2071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285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/>
            <a:t>The Student table containing student id</a:t>
          </a:r>
          <a:r>
            <a:rPr lang="en-US" altLang="en-US" sz="1800" kern="1200" dirty="0" smtClean="0"/>
            <a:t>, student name, student level, student phone no., and student email.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 dirty="0" smtClean="0"/>
            <a:t>The Student result table containing result id</a:t>
          </a:r>
          <a:r>
            <a:rPr lang="en-US" altLang="en-US" sz="1800" kern="1200" dirty="0" smtClean="0"/>
            <a:t>, student id, course id, and grade.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1800" kern="1200" dirty="0" smtClean="0"/>
            <a:t>The course table containing course id, course code, course title and course description.</a:t>
          </a:r>
          <a:endParaRPr lang="en-US" sz="1800" kern="1200" dirty="0"/>
        </a:p>
      </dsp:txBody>
      <dsp:txXfrm>
        <a:off x="0" y="1340667"/>
        <a:ext cx="8953863" cy="2071471"/>
      </dsp:txXfrm>
    </dsp:sp>
    <dsp:sp modelId="{D54D1C7B-3EBC-47DE-9453-FE745201FED3}">
      <dsp:nvSpPr>
        <dsp:cNvPr id="0" name=""/>
        <dsp:cNvSpPr/>
      </dsp:nvSpPr>
      <dsp:spPr>
        <a:xfrm>
          <a:off x="0" y="3233813"/>
          <a:ext cx="8953863" cy="11529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900" kern="1200" dirty="0" smtClean="0"/>
            <a:t>Design the </a:t>
          </a:r>
          <a:r>
            <a:rPr lang="en-US" altLang="en-US" sz="1900" kern="1200" dirty="0" smtClean="0"/>
            <a:t>database tables</a:t>
          </a:r>
          <a:r>
            <a:rPr lang="en-US" altLang="en-US" sz="1900" kern="1200" dirty="0" smtClean="0"/>
            <a:t>, relationships and </a:t>
          </a:r>
          <a:r>
            <a:rPr lang="en-US" altLang="en-US" sz="1900" kern="1200" dirty="0" smtClean="0"/>
            <a:t>forms for 10 students, 5 courses and the corresponding results for each student.</a:t>
          </a:r>
          <a:endParaRPr lang="en-US" altLang="en-US" sz="1900" kern="1200" dirty="0" smtClean="0"/>
        </a:p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 dirty="0"/>
        </a:p>
      </dsp:txBody>
      <dsp:txXfrm>
        <a:off x="56283" y="3290096"/>
        <a:ext cx="8841297" cy="1040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70D5F-6A9A-427B-BE0F-968F508D18F9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DDB0-5CE3-4D6C-8FFF-9E5166C5D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4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36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63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13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52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11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59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63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9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53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9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1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501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83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09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25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13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4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59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76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7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66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80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23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13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61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8DDB0-5CE3-4D6C-8FFF-9E5166C5D1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3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2035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A9C"/>
              </a:buClr>
              <a:buSzPts val="3200"/>
              <a:buNone/>
              <a:defRPr>
                <a:solidFill>
                  <a:srgbClr val="888A9C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A9C"/>
              </a:buClr>
              <a:buSzPts val="2800"/>
              <a:buNone/>
              <a:defRPr>
                <a:solidFill>
                  <a:srgbClr val="888A9C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A9C"/>
              </a:buClr>
              <a:buSzPts val="2400"/>
              <a:buNone/>
              <a:defRPr>
                <a:solidFill>
                  <a:srgbClr val="888A9C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A9C"/>
              </a:buClr>
              <a:buSzPts val="2000"/>
              <a:buNone/>
              <a:defRPr>
                <a:solidFill>
                  <a:srgbClr val="888A9C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Google Shape;21;p2"/>
          <p:cNvSpPr/>
          <p:nvPr/>
        </p:nvSpPr>
        <p:spPr>
          <a:xfrm>
            <a:off x="0" y="4604545"/>
            <a:ext cx="12192000" cy="2253455"/>
          </a:xfrm>
          <a:prstGeom prst="rect">
            <a:avLst/>
          </a:prstGeom>
          <a:solidFill>
            <a:srgbClr val="000F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601" y="5111328"/>
            <a:ext cx="3655292" cy="10890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Google Shape;23;p2"/>
          <p:cNvSpPr/>
          <p:nvPr/>
        </p:nvSpPr>
        <p:spPr>
          <a:xfrm>
            <a:off x="0" y="1"/>
            <a:ext cx="12192000" cy="609599"/>
          </a:xfrm>
          <a:prstGeom prst="rect">
            <a:avLst/>
          </a:prstGeom>
          <a:solidFill>
            <a:srgbClr val="000F2E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0" y="6596855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97BA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47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0" y="6444456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-4619" y="1142254"/>
            <a:ext cx="12192000" cy="261144"/>
          </a:xfrm>
          <a:prstGeom prst="rect">
            <a:avLst/>
          </a:prstGeom>
          <a:gradFill>
            <a:gsLst>
              <a:gs pos="0">
                <a:srgbClr val="000F2E"/>
              </a:gs>
              <a:gs pos="3000">
                <a:srgbClr val="000F2E"/>
              </a:gs>
              <a:gs pos="50000">
                <a:srgbClr val="BFD5FF"/>
              </a:gs>
              <a:gs pos="99000">
                <a:srgbClr val="000F2E"/>
              </a:gs>
              <a:gs pos="100000">
                <a:srgbClr val="000F2E"/>
              </a:gs>
            </a:gsLst>
            <a:lin ang="10800000" scaled="0"/>
          </a:gra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F2E"/>
              </a:buClr>
              <a:buSzPts val="4400"/>
              <a:buFont typeface="Calibri"/>
              <a:buNone/>
              <a:defRPr b="1">
                <a:solidFill>
                  <a:srgbClr val="000F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52160" y="1066800"/>
            <a:ext cx="487680" cy="40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2331" y="1132175"/>
            <a:ext cx="32734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>
            <a:spLocks noGrp="1"/>
          </p:cNvSpPr>
          <p:nvPr>
            <p:ph type="sldNum" idx="12"/>
          </p:nvPr>
        </p:nvSpPr>
        <p:spPr>
          <a:xfrm>
            <a:off x="5842000" y="1066801"/>
            <a:ext cx="508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609600" y="1547325"/>
            <a:ext cx="10972800" cy="479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800"/>
              </a:spcBef>
              <a:spcAft>
                <a:spcPts val="0"/>
              </a:spcAft>
              <a:buClr>
                <a:srgbClr val="000F2E"/>
              </a:buClr>
              <a:buSzPts val="1800"/>
              <a:buFont typeface="Calibri"/>
              <a:buChar char="•"/>
              <a:defRPr sz="3000">
                <a:solidFill>
                  <a:srgbClr val="000F2E"/>
                </a:solidFill>
              </a:defRPr>
            </a:lvl1pPr>
            <a:lvl2pPr marL="914400" lvl="1" indent="-4064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marL="1371600" lvl="2" indent="-3810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556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9506"/>
          <a:stretch/>
        </p:blipFill>
        <p:spPr>
          <a:xfrm>
            <a:off x="8433427" y="1156393"/>
            <a:ext cx="3758573" cy="55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1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86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7" name="Google Shape;5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58" name="Google Shape;58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9" name="Google Shape;5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7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6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2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517BAAC-CF03-4841-8B26-414432351FC2}" type="datetimeFigureOut">
              <a:rPr lang="en-US" smtClean="0"/>
              <a:t>12/2/2021</a:t>
            </a:fld>
            <a:endParaRPr lang="en-US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A9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DB18E13-A8E3-4457-AA0F-CD774507B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229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055922388"/>
              </p:ext>
            </p:extLst>
          </p:nvPr>
        </p:nvGraphicFramePr>
        <p:xfrm>
          <a:off x="852054" y="2015168"/>
          <a:ext cx="10212185" cy="2368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Google Shape;99;p13"/>
          <p:cNvSpPr txBox="1">
            <a:spLocks/>
          </p:cNvSpPr>
          <p:nvPr/>
        </p:nvSpPr>
        <p:spPr>
          <a:xfrm>
            <a:off x="1386145" y="1065670"/>
            <a:ext cx="91440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US" sz="4000" b="1" dirty="0" smtClean="0"/>
              <a:t>Introduction to Computer Science </a:t>
            </a:r>
            <a:br>
              <a:rPr lang="en-US" sz="4000" b="1" dirty="0" smtClean="0"/>
            </a:br>
            <a:r>
              <a:rPr lang="en-US" sz="4000" b="1" dirty="0" smtClean="0"/>
              <a:t>(CSC 101)</a:t>
            </a:r>
            <a:br>
              <a:rPr lang="en-US" sz="4000" b="1" dirty="0" smtClean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694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Microsoft Access 2016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4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69264386"/>
              </p:ext>
            </p:extLst>
          </p:nvPr>
        </p:nvGraphicFramePr>
        <p:xfrm>
          <a:off x="934720" y="1567543"/>
          <a:ext cx="9550400" cy="4807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052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database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52722265"/>
              </p:ext>
            </p:extLst>
          </p:nvPr>
        </p:nvGraphicFramePr>
        <p:xfrm>
          <a:off x="1307115" y="1648916"/>
          <a:ext cx="9577769" cy="4631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755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79688" y="1497720"/>
            <a:ext cx="8483206" cy="4890403"/>
            <a:chOff x="1374098" y="1497720"/>
            <a:chExt cx="8483206" cy="489040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/>
            <a:srcRect l="26430" t="23815" r="20030" b="18858"/>
            <a:stretch/>
          </p:blipFill>
          <p:spPr>
            <a:xfrm>
              <a:off x="1733861" y="1497720"/>
              <a:ext cx="8123443" cy="4890403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1374098" y="1954924"/>
              <a:ext cx="1132619" cy="7094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242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blank database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973" r="12139" b="11404"/>
          <a:stretch/>
        </p:blipFill>
        <p:spPr>
          <a:xfrm>
            <a:off x="1592646" y="1891862"/>
            <a:ext cx="7188747" cy="384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blank database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330"/>
          <a:stretch/>
        </p:blipFill>
        <p:spPr>
          <a:xfrm>
            <a:off x="1981200" y="1514477"/>
            <a:ext cx="8934994" cy="47556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807133" y="2690949"/>
            <a:ext cx="600891" cy="3252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rot="16200000">
            <a:off x="7041973" y="615043"/>
            <a:ext cx="180702" cy="72890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>
            <a:stCxn id="6" idx="0"/>
          </p:cNvCxnSpPr>
          <p:nvPr/>
        </p:nvCxnSpPr>
        <p:spPr>
          <a:xfrm rot="10800000" flipV="1">
            <a:off x="1358537" y="4259579"/>
            <a:ext cx="2129250" cy="44522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10800000">
            <a:off x="1358537" y="2416630"/>
            <a:ext cx="3448596" cy="80989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7383" y="2248989"/>
            <a:ext cx="1071154" cy="4484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Fields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6754" y="4473483"/>
            <a:ext cx="1164773" cy="4484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blank database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1995" t="624" r="24370" b="31876"/>
          <a:stretch/>
        </p:blipFill>
        <p:spPr>
          <a:xfrm>
            <a:off x="3135087" y="1410789"/>
            <a:ext cx="8177348" cy="48766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93178" y="2795451"/>
            <a:ext cx="1802674" cy="34485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Elbow Connector 10"/>
          <p:cNvCxnSpPr/>
          <p:nvPr/>
        </p:nvCxnSpPr>
        <p:spPr>
          <a:xfrm rot="10800000">
            <a:off x="1763488" y="3056709"/>
            <a:ext cx="2429691" cy="104503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382" y="2689860"/>
            <a:ext cx="1356359" cy="73369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Field Data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0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 Access Functionality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50865883"/>
              </p:ext>
            </p:extLst>
          </p:nvPr>
        </p:nvGraphicFramePr>
        <p:xfrm>
          <a:off x="2297953" y="1573306"/>
          <a:ext cx="7596094" cy="4618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334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a Relational DBMS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502289934"/>
              </p:ext>
            </p:extLst>
          </p:nvPr>
        </p:nvGraphicFramePr>
        <p:xfrm>
          <a:off x="1339668" y="1664426"/>
          <a:ext cx="7647577" cy="4676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933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Primary Key (PK) &amp; Foreign Key (FK)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520935092"/>
              </p:ext>
            </p:extLst>
          </p:nvPr>
        </p:nvGraphicFramePr>
        <p:xfrm>
          <a:off x="1274354" y="1554480"/>
          <a:ext cx="8136346" cy="4676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296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Relating tables using PK and FK</a:t>
            </a:r>
            <a:endParaRPr lang="en-US" dirty="0"/>
          </a:p>
        </p:txBody>
      </p:sp>
      <p:pic>
        <p:nvPicPr>
          <p:cNvPr id="4" name="Picture 3" descr="FIG1-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>
          <a:xfrm>
            <a:off x="4404361" y="1524739"/>
            <a:ext cx="6568439" cy="4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38498" y="1941318"/>
            <a:ext cx="3754409" cy="107721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The primary key in the Employer table (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EmployerID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) is the common field that relates this table to the Position table.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4785360" y="2699239"/>
            <a:ext cx="853275" cy="853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4709160" y="2992145"/>
            <a:ext cx="3071789" cy="16212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14546" y="3647003"/>
            <a:ext cx="4095719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PositionID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is the primary key in the Position table. The </a:t>
            </a:r>
            <a:r>
              <a:rPr lang="en-US" altLang="en-US" sz="1600" b="1" dirty="0" err="1">
                <a:solidFill>
                  <a:schemeClr val="bg1"/>
                </a:solidFill>
                <a:latin typeface="+mj-lt"/>
              </a:rPr>
              <a:t>EmployerID</a:t>
            </a: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 field is a foreign key in this table.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4937761" y="4186729"/>
            <a:ext cx="682620" cy="426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4937761" y="4478000"/>
            <a:ext cx="2654278" cy="5925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947059" y="4971686"/>
            <a:ext cx="4266374" cy="83099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b="1" dirty="0">
                <a:solidFill>
                  <a:schemeClr val="bg1"/>
                </a:solidFill>
                <a:latin typeface="+mj-lt"/>
              </a:rPr>
              <a:t>Primary keys can only have one occurrence in a table. Foreign keys may have multiple occurrences.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5242560" y="5357112"/>
            <a:ext cx="2389169" cy="1706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5213434" y="5527767"/>
            <a:ext cx="2503624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2096587"/>
              </p:ext>
            </p:extLst>
          </p:nvPr>
        </p:nvGraphicFramePr>
        <p:xfrm>
          <a:off x="945029" y="1680882"/>
          <a:ext cx="10301942" cy="4639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258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52342"/>
              </p:ext>
            </p:extLst>
          </p:nvPr>
        </p:nvGraphicFramePr>
        <p:xfrm>
          <a:off x="545737" y="2313335"/>
          <a:ext cx="10126617" cy="3045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686">
                  <a:extLst>
                    <a:ext uri="{9D8B030D-6E8A-4147-A177-3AD203B41FA5}">
                      <a16:colId xmlns:a16="http://schemas.microsoft.com/office/drawing/2014/main" val="85536692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843497047"/>
                    </a:ext>
                  </a:extLst>
                </a:gridCol>
                <a:gridCol w="4889124">
                  <a:extLst>
                    <a:ext uri="{9D8B030D-6E8A-4147-A177-3AD203B41FA5}">
                      <a16:colId xmlns:a16="http://schemas.microsoft.com/office/drawing/2014/main" val="2207801097"/>
                    </a:ext>
                  </a:extLst>
                </a:gridCol>
                <a:gridCol w="972803">
                  <a:extLst>
                    <a:ext uri="{9D8B030D-6E8A-4147-A177-3AD203B41FA5}">
                      <a16:colId xmlns:a16="http://schemas.microsoft.com/office/drawing/2014/main" val="903275796"/>
                    </a:ext>
                  </a:extLst>
                </a:gridCol>
                <a:gridCol w="1231204">
                  <a:extLst>
                    <a:ext uri="{9D8B030D-6E8A-4147-A177-3AD203B41FA5}">
                      <a16:colId xmlns:a16="http://schemas.microsoft.com/office/drawing/2014/main" val="1679533821"/>
                    </a:ext>
                  </a:extLst>
                </a:gridCol>
              </a:tblGrid>
              <a:tr h="354181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Product No.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Name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Price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On-hand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150241"/>
                  </a:ext>
                </a:extLst>
              </a:tr>
              <a:tr h="69865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Note book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small book for writing notes in class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700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Yes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391952"/>
                  </a:ext>
                </a:extLst>
              </a:tr>
              <a:tr h="86619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Flash Drive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USB flash drive is a data storage device that includes flash memory with an integrated Universal Serial Bus (USB) interface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3,200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Yes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91459"/>
                  </a:ext>
                </a:extLst>
              </a:tr>
              <a:tr h="3541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T-Shirt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Customized PAU T-shirts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7,500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Yes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61347"/>
                  </a:ext>
                </a:extLst>
              </a:tr>
              <a:tr h="3541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Picture Frame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</a:t>
                      </a:r>
                      <a:r>
                        <a:rPr lang="en-US" sz="1800" b="0" i="0" u="none" strike="noStrike" cap="non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</a:t>
                      </a:r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tand or hang your favorite pictures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3,500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Yes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4244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5737" y="1502228"/>
            <a:ext cx="3569063" cy="5617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Product Table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766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53623"/>
              </p:ext>
            </p:extLst>
          </p:nvPr>
        </p:nvGraphicFramePr>
        <p:xfrm>
          <a:off x="545737" y="2346959"/>
          <a:ext cx="8428446" cy="3511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1">
                  <a:extLst>
                    <a:ext uri="{9D8B030D-6E8A-4147-A177-3AD203B41FA5}">
                      <a16:colId xmlns:a16="http://schemas.microsoft.com/office/drawing/2014/main" val="855366924"/>
                    </a:ext>
                  </a:extLst>
                </a:gridCol>
                <a:gridCol w="1650359">
                  <a:extLst>
                    <a:ext uri="{9D8B030D-6E8A-4147-A177-3AD203B41FA5}">
                      <a16:colId xmlns:a16="http://schemas.microsoft.com/office/drawing/2014/main" val="843497047"/>
                    </a:ext>
                  </a:extLst>
                </a:gridCol>
                <a:gridCol w="2063932">
                  <a:extLst>
                    <a:ext uri="{9D8B030D-6E8A-4147-A177-3AD203B41FA5}">
                      <a16:colId xmlns:a16="http://schemas.microsoft.com/office/drawing/2014/main" val="2207801097"/>
                    </a:ext>
                  </a:extLst>
                </a:gridCol>
                <a:gridCol w="3357154">
                  <a:extLst>
                    <a:ext uri="{9D8B030D-6E8A-4147-A177-3AD203B41FA5}">
                      <a16:colId xmlns:a16="http://schemas.microsoft.com/office/drawing/2014/main" val="903275796"/>
                    </a:ext>
                  </a:extLst>
                </a:gridCol>
              </a:tblGrid>
              <a:tr h="431698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Sale No.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Date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Product 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Customer No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150241"/>
                  </a:ext>
                </a:extLst>
              </a:tr>
              <a:tr h="76118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30/11/21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1011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391952"/>
                  </a:ext>
                </a:extLst>
              </a:tr>
              <a:tr h="69863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30/11/21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1014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91459"/>
                  </a:ext>
                </a:extLst>
              </a:tr>
              <a:tr h="6404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30/11/21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61347"/>
                  </a:ext>
                </a:extLst>
              </a:tr>
              <a:tr h="58137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30/11/21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1013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42443"/>
                  </a:ext>
                </a:extLst>
              </a:tr>
              <a:tr h="39849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6579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5737" y="1502228"/>
            <a:ext cx="2955109" cy="56170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Sale 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541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06984"/>
              </p:ext>
            </p:extLst>
          </p:nvPr>
        </p:nvGraphicFramePr>
        <p:xfrm>
          <a:off x="545736" y="2313335"/>
          <a:ext cx="10636069" cy="2993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30">
                  <a:extLst>
                    <a:ext uri="{9D8B030D-6E8A-4147-A177-3AD203B41FA5}">
                      <a16:colId xmlns:a16="http://schemas.microsoft.com/office/drawing/2014/main" val="85536692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843497047"/>
                    </a:ext>
                  </a:extLst>
                </a:gridCol>
                <a:gridCol w="1593668">
                  <a:extLst>
                    <a:ext uri="{9D8B030D-6E8A-4147-A177-3AD203B41FA5}">
                      <a16:colId xmlns:a16="http://schemas.microsoft.com/office/drawing/2014/main" val="2207801097"/>
                    </a:ext>
                  </a:extLst>
                </a:gridCol>
                <a:gridCol w="1998617">
                  <a:extLst>
                    <a:ext uri="{9D8B030D-6E8A-4147-A177-3AD203B41FA5}">
                      <a16:colId xmlns:a16="http://schemas.microsoft.com/office/drawing/2014/main" val="903275796"/>
                    </a:ext>
                  </a:extLst>
                </a:gridCol>
                <a:gridCol w="3213463">
                  <a:extLst>
                    <a:ext uri="{9D8B030D-6E8A-4147-A177-3AD203B41FA5}">
                      <a16:colId xmlns:a16="http://schemas.microsoft.com/office/drawing/2014/main" val="2090399590"/>
                    </a:ext>
                  </a:extLst>
                </a:gridCol>
                <a:gridCol w="875211">
                  <a:extLst>
                    <a:ext uri="{9D8B030D-6E8A-4147-A177-3AD203B41FA5}">
                      <a16:colId xmlns:a16="http://schemas.microsoft.com/office/drawing/2014/main" val="3048206548"/>
                    </a:ext>
                  </a:extLst>
                </a:gridCol>
              </a:tblGrid>
              <a:tr h="58661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Customer No.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smtClean="0"/>
                        <a:t>First 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Last Name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Phone</a:t>
                      </a:r>
                      <a:r>
                        <a:rPr lang="en-US" sz="1800" baseline="0" dirty="0" smtClean="0"/>
                        <a:t> Number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Address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Notes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150241"/>
                  </a:ext>
                </a:extLst>
              </a:tr>
              <a:tr h="55762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Demola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Adewale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08092029922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2, </a:t>
                      </a:r>
                      <a:r>
                        <a:rPr lang="en-US" sz="1800" dirty="0" err="1" smtClean="0"/>
                        <a:t>Ayetobi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Strt</a:t>
                      </a:r>
                      <a:r>
                        <a:rPr lang="en-US" sz="1800" baseline="0" dirty="0" smtClean="0"/>
                        <a:t>, </a:t>
                      </a:r>
                      <a:r>
                        <a:rPr lang="en-US" sz="1800" baseline="0" dirty="0" err="1" smtClean="0"/>
                        <a:t>Surulere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391952"/>
                  </a:ext>
                </a:extLst>
              </a:tr>
              <a:tr h="69133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Martha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Crown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08034045931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12. </a:t>
                      </a:r>
                      <a:r>
                        <a:rPr lang="en-US" sz="1800" dirty="0" err="1" smtClean="0"/>
                        <a:t>Ajayi</a:t>
                      </a:r>
                      <a:r>
                        <a:rPr lang="en-US" sz="1800" baseline="0" dirty="0" smtClean="0"/>
                        <a:t> Crowder </a:t>
                      </a:r>
                      <a:r>
                        <a:rPr lang="en-US" sz="1800" baseline="0" dirty="0" err="1" smtClean="0"/>
                        <a:t>Strt</a:t>
                      </a:r>
                      <a:r>
                        <a:rPr lang="en-US" sz="1800" baseline="0" dirty="0" smtClean="0"/>
                        <a:t>, </a:t>
                      </a:r>
                      <a:r>
                        <a:rPr lang="en-US" sz="1800" baseline="0" dirty="0" err="1" smtClean="0"/>
                        <a:t>Ajah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91459"/>
                  </a:ext>
                </a:extLst>
              </a:tr>
              <a:tr h="51086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1013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James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aseline="0" dirty="0" err="1" smtClean="0"/>
                        <a:t>Agbolahon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08023485901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43, James Taylor </a:t>
                      </a:r>
                      <a:r>
                        <a:rPr lang="en-US" sz="1800" dirty="0" err="1" smtClean="0"/>
                        <a:t>Strt</a:t>
                      </a:r>
                      <a:r>
                        <a:rPr lang="en-US" sz="1800" dirty="0" smtClean="0"/>
                        <a:t>, VI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961347"/>
                  </a:ext>
                </a:extLst>
              </a:tr>
              <a:tr h="51086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1014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Cynthia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Moses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08059210478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90, </a:t>
                      </a:r>
                      <a:r>
                        <a:rPr lang="en-US" sz="1800" dirty="0" err="1" smtClean="0"/>
                        <a:t>Gbenga</a:t>
                      </a:r>
                      <a:r>
                        <a:rPr lang="en-US" sz="1800" dirty="0" smtClean="0"/>
                        <a:t> Ayo </a:t>
                      </a:r>
                      <a:r>
                        <a:rPr lang="en-US" sz="1800" dirty="0" err="1" smtClean="0"/>
                        <a:t>Strt</a:t>
                      </a:r>
                      <a:r>
                        <a:rPr lang="en-US" sz="1800" dirty="0" smtClean="0"/>
                        <a:t>, </a:t>
                      </a:r>
                      <a:r>
                        <a:rPr lang="en-US" sz="1800" dirty="0" err="1" smtClean="0"/>
                        <a:t>Gbariga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4244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5737" y="1502228"/>
            <a:ext cx="2955109" cy="56170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Customer 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438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45737" y="1502228"/>
            <a:ext cx="3569063" cy="561704"/>
          </a:xfrm>
          <a:prstGeom prst="round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Product Table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437" t="19732" r="39425" b="42883"/>
          <a:stretch/>
        </p:blipFill>
        <p:spPr>
          <a:xfrm>
            <a:off x="609600" y="2267202"/>
            <a:ext cx="11133909" cy="38915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2514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45737" y="1502228"/>
            <a:ext cx="2955109" cy="561703"/>
          </a:xfrm>
          <a:prstGeom prst="round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Sales Table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36" t="19309" r="42537" b="48482"/>
          <a:stretch/>
        </p:blipFill>
        <p:spPr>
          <a:xfrm>
            <a:off x="545736" y="2246811"/>
            <a:ext cx="11330991" cy="35792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917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45737" y="1502228"/>
            <a:ext cx="2955109" cy="561703"/>
          </a:xfrm>
          <a:prstGeom prst="round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Customer Table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36" t="19018" r="36312" b="44853"/>
          <a:stretch/>
        </p:blipFill>
        <p:spPr>
          <a:xfrm>
            <a:off x="545737" y="2242455"/>
            <a:ext cx="11402940" cy="36504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163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1084217" y="1463851"/>
            <a:ext cx="9659156" cy="4525468"/>
            <a:chOff x="1084217" y="1463851"/>
            <a:chExt cx="9659156" cy="452546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l="52602" t="72768" r="-634"/>
            <a:stretch/>
          </p:blipFill>
          <p:spPr>
            <a:xfrm>
              <a:off x="1084217" y="2910351"/>
              <a:ext cx="9659156" cy="3078968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6" name="Rounded Rectangle 5"/>
            <p:cNvSpPr/>
            <p:nvPr/>
          </p:nvSpPr>
          <p:spPr>
            <a:xfrm>
              <a:off x="9457509" y="4990012"/>
              <a:ext cx="627017" cy="54863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936481" y="4990012"/>
              <a:ext cx="627017" cy="548639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Elbow Connector 8"/>
            <p:cNvCxnSpPr>
              <a:stCxn id="6" idx="1"/>
            </p:cNvCxnSpPr>
            <p:nvPr/>
          </p:nvCxnSpPr>
          <p:spPr>
            <a:xfrm rot="10800000">
              <a:off x="5133703" y="2434890"/>
              <a:ext cx="4323806" cy="2829442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Elbow Connector 12"/>
            <p:cNvCxnSpPr>
              <a:stCxn id="7" idx="3"/>
            </p:cNvCxnSpPr>
            <p:nvPr/>
          </p:nvCxnSpPr>
          <p:spPr>
            <a:xfrm flipH="1" flipV="1">
              <a:off x="5133703" y="1737360"/>
              <a:ext cx="5429795" cy="3526972"/>
            </a:xfrm>
            <a:prstGeom prst="bentConnector3">
              <a:avLst>
                <a:gd name="adj1" fmla="val -421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2795451" y="2185364"/>
              <a:ext cx="2338252" cy="547017"/>
            </a:xfrm>
            <a:prstGeom prst="roundRect">
              <a:avLst/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Datasheet View</a:t>
              </a:r>
              <a:endParaRPr lang="en-US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730137" y="1463851"/>
              <a:ext cx="2338252" cy="547017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Design View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6999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9405" r="270" b="4473"/>
          <a:stretch/>
        </p:blipFill>
        <p:spPr>
          <a:xfrm>
            <a:off x="405121" y="1436914"/>
            <a:ext cx="11506139" cy="49377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990011" y="1528354"/>
            <a:ext cx="6818812" cy="22337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759130" y="3853544"/>
            <a:ext cx="10152129" cy="233172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1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92480" y="1489166"/>
            <a:ext cx="10063027" cy="4870525"/>
            <a:chOff x="792480" y="1489166"/>
            <a:chExt cx="10063027" cy="48705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t="-445" r="49464" b="56941"/>
            <a:stretch/>
          </p:blipFill>
          <p:spPr>
            <a:xfrm>
              <a:off x="792480" y="1489166"/>
              <a:ext cx="10063027" cy="4870525"/>
            </a:xfrm>
            <a:prstGeom prst="rect">
              <a:avLst/>
            </a:prstGeom>
          </p:spPr>
        </p:pic>
        <p:sp>
          <p:nvSpPr>
            <p:cNvPr id="6" name="Rounded Rectangle 5"/>
            <p:cNvSpPr/>
            <p:nvPr/>
          </p:nvSpPr>
          <p:spPr>
            <a:xfrm>
              <a:off x="3592285" y="2416628"/>
              <a:ext cx="1175657" cy="84908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769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-90" r="14944" b="16427"/>
          <a:stretch/>
        </p:blipFill>
        <p:spPr>
          <a:xfrm>
            <a:off x="1484226" y="1528355"/>
            <a:ext cx="8574488" cy="47418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5334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-88" r="27277" b="25267"/>
          <a:stretch/>
        </p:blipFill>
        <p:spPr>
          <a:xfrm>
            <a:off x="1406162" y="1487904"/>
            <a:ext cx="8312603" cy="48083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421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-1518" r="34706" b="24554"/>
          <a:stretch/>
        </p:blipFill>
        <p:spPr>
          <a:xfrm>
            <a:off x="2325052" y="1397725"/>
            <a:ext cx="7541895" cy="499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2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6518" r="33100" b="21697"/>
          <a:stretch/>
        </p:blipFill>
        <p:spPr>
          <a:xfrm>
            <a:off x="1542495" y="1528354"/>
            <a:ext cx="9107009" cy="47287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410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36" t="16942" r="27677" b="21339"/>
          <a:stretch/>
        </p:blipFill>
        <p:spPr>
          <a:xfrm>
            <a:off x="770708" y="1546412"/>
            <a:ext cx="9839021" cy="47295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3525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one-to-one relationship 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75222701"/>
              </p:ext>
            </p:extLst>
          </p:nvPr>
        </p:nvGraphicFramePr>
        <p:xfrm>
          <a:off x="2032000" y="1502229"/>
          <a:ext cx="8128000" cy="4585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213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499497" y="1334331"/>
            <a:ext cx="11193006" cy="4733366"/>
            <a:chOff x="499497" y="1317810"/>
            <a:chExt cx="11193006" cy="473336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t="-2022" r="36702" b="54412"/>
            <a:stretch/>
          </p:blipFill>
          <p:spPr>
            <a:xfrm>
              <a:off x="499497" y="1317810"/>
              <a:ext cx="11193006" cy="4733366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2057400" y="1842247"/>
              <a:ext cx="914400" cy="685800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529703" y="2303930"/>
              <a:ext cx="914400" cy="6858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830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446" r="26272" b="26339"/>
          <a:stretch/>
        </p:blipFill>
        <p:spPr>
          <a:xfrm>
            <a:off x="1366975" y="1498178"/>
            <a:ext cx="8430168" cy="47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4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35132" y="1489166"/>
            <a:ext cx="10842171" cy="4807130"/>
            <a:chOff x="235132" y="1489166"/>
            <a:chExt cx="10842171" cy="480713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l="11611" t="40132" r="26272" b="5005"/>
            <a:stretch/>
          </p:blipFill>
          <p:spPr>
            <a:xfrm>
              <a:off x="2554941" y="2064317"/>
              <a:ext cx="8522362" cy="4231979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3" name="Rounded Rectangle 2"/>
            <p:cNvSpPr/>
            <p:nvPr/>
          </p:nvSpPr>
          <p:spPr>
            <a:xfrm>
              <a:off x="4075611" y="5773784"/>
              <a:ext cx="600892" cy="39188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Elbow Connector 5"/>
            <p:cNvCxnSpPr/>
            <p:nvPr/>
          </p:nvCxnSpPr>
          <p:spPr>
            <a:xfrm rot="16200000" flipV="1">
              <a:off x="1051754" y="2436417"/>
              <a:ext cx="3709466" cy="2965267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235132" y="1489166"/>
              <a:ext cx="2319810" cy="57515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Add a blank form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908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19009" y="1554479"/>
            <a:ext cx="11163391" cy="4741818"/>
            <a:chOff x="419009" y="1554479"/>
            <a:chExt cx="11163391" cy="474181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t="446" r="35711" b="50982"/>
            <a:stretch/>
          </p:blipFill>
          <p:spPr>
            <a:xfrm>
              <a:off x="419009" y="1554479"/>
              <a:ext cx="11163391" cy="4741818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518160" y="5238206"/>
              <a:ext cx="1872343" cy="70539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002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Project II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87088439"/>
              </p:ext>
            </p:extLst>
          </p:nvPr>
        </p:nvGraphicFramePr>
        <p:xfrm>
          <a:off x="1619068" y="1606731"/>
          <a:ext cx="8953863" cy="4400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45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02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ST-Theme2">
  <a:themeElements>
    <a:clrScheme name="Custom 1">
      <a:dk1>
        <a:srgbClr val="002060"/>
      </a:dk1>
      <a:lt1>
        <a:srgbClr val="FFFFFF"/>
      </a:lt1>
      <a:dk2>
        <a:srgbClr val="09055B"/>
      </a:dk2>
      <a:lt2>
        <a:srgbClr val="FFFFFF"/>
      </a:lt2>
      <a:accent1>
        <a:srgbClr val="002060"/>
      </a:accent1>
      <a:accent2>
        <a:srgbClr val="002060"/>
      </a:accent2>
      <a:accent3>
        <a:srgbClr val="97BAFF"/>
      </a:accent3>
      <a:accent4>
        <a:srgbClr val="D5E3FF"/>
      </a:accent4>
      <a:accent5>
        <a:srgbClr val="002060"/>
      </a:accent5>
      <a:accent6>
        <a:srgbClr val="002060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T-Theme2" id="{A5EEBF5F-EB86-421F-A61D-266EA075503E}" vid="{0B89D03A-1374-4FB6-A64A-21C46AA2A4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SST-Theme2</Template>
  <TotalTime>676</TotalTime>
  <Words>867</Words>
  <Application>Microsoft Office PowerPoint</Application>
  <PresentationFormat>Widescreen</PresentationFormat>
  <Paragraphs>193</Paragraphs>
  <Slides>34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굴림</vt:lpstr>
      <vt:lpstr>SST-Theme2</vt:lpstr>
      <vt:lpstr>PowerPoint Presentation</vt:lpstr>
      <vt:lpstr>Microsoft Access 2016</vt:lpstr>
      <vt:lpstr>Introduction</vt:lpstr>
      <vt:lpstr>Creating a database</vt:lpstr>
      <vt:lpstr>Getting Started</vt:lpstr>
      <vt:lpstr>Creating a blank database</vt:lpstr>
      <vt:lpstr>Creating a blank database</vt:lpstr>
      <vt:lpstr>Creating a blank database</vt:lpstr>
      <vt:lpstr>MS Access Functionality</vt:lpstr>
      <vt:lpstr>Characteristics of a Relational DBMS</vt:lpstr>
      <vt:lpstr>Primary Key (PK) &amp; Foreign Key (FK)</vt:lpstr>
      <vt:lpstr>Relating tables using PK and FK</vt:lpstr>
      <vt:lpstr>Class Project I</vt:lpstr>
      <vt:lpstr>Class Project I</vt:lpstr>
      <vt:lpstr>Class Project I</vt:lpstr>
      <vt:lpstr>Class Project I</vt:lpstr>
      <vt:lpstr>Class Project I</vt:lpstr>
      <vt:lpstr>Class Project I</vt:lpstr>
      <vt:lpstr>Class Project I</vt:lpstr>
      <vt:lpstr>Class Project I</vt:lpstr>
      <vt:lpstr>Class Project I</vt:lpstr>
      <vt:lpstr>Relationships</vt:lpstr>
      <vt:lpstr>Relationships</vt:lpstr>
      <vt:lpstr>Relationships</vt:lpstr>
      <vt:lpstr>Relationships</vt:lpstr>
      <vt:lpstr>Relationships</vt:lpstr>
      <vt:lpstr>Relationships</vt:lpstr>
      <vt:lpstr>A one-to-one relationship </vt:lpstr>
      <vt:lpstr>Forms</vt:lpstr>
      <vt:lpstr>Forms</vt:lpstr>
      <vt:lpstr>Forms</vt:lpstr>
      <vt:lpstr>Forms</vt:lpstr>
      <vt:lpstr>Class Project 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Desmond Moru</dc:creator>
  <cp:lastModifiedBy>Moruson</cp:lastModifiedBy>
  <cp:revision>74</cp:revision>
  <dcterms:created xsi:type="dcterms:W3CDTF">2021-10-05T10:39:59Z</dcterms:created>
  <dcterms:modified xsi:type="dcterms:W3CDTF">2021-12-02T12:58:35Z</dcterms:modified>
</cp:coreProperties>
</file>